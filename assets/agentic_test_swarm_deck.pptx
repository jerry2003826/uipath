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2c4295f7f5a24cd4" /><Relationship Type="http://schemas.openxmlformats.org/officeDocument/2006/relationships/extended-properties" Target="/docProps/app.xml" Id="R8888fd875e5c42c2" /><Relationship Type="http://schemas.openxmlformats.org/officeDocument/2006/relationships/officeDocument" Target="/ppt/presentation.xml" Id="R4943b1c6ee4d4c32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ac3f7a1278d048a0"/>
  </p:sldMasterIdLst>
  <p:notesMasterIdLst>
    <p:notesMasterId xmlns:r="http://schemas.openxmlformats.org/officeDocument/2006/relationships" r:id="R6f2d4bcccccb45f6"/>
  </p:notesMasterIdLst>
  <p:sldIdLst>
    <p:sldId xmlns:r="http://schemas.openxmlformats.org/officeDocument/2006/relationships" id="256" r:id="Rb3e666877eda47de"/>
    <p:sldId xmlns:r="http://schemas.openxmlformats.org/officeDocument/2006/relationships" id="257" r:id="Rb8465b2504fc4b3a"/>
    <p:sldId xmlns:r="http://schemas.openxmlformats.org/officeDocument/2006/relationships" id="258" r:id="Rc9522c1d1daf4a0b"/>
    <p:sldId xmlns:r="http://schemas.openxmlformats.org/officeDocument/2006/relationships" id="259" r:id="Rd290f5ac5a0946db"/>
    <p:sldId xmlns:r="http://schemas.openxmlformats.org/officeDocument/2006/relationships" id="260" r:id="R127735680d7b4052"/>
  </p:sldIdLst>
  <p:sldSz cx="121793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xmlns:r="http://schemas.openxmlformats.org/officeDocument/2006/relationships" def="{D7072550-EF59-46E0-827C-C5B7B6B1D680}">
  <a:tblStyle styleId="{D7072550-EF59-46E0-827C-C5B7B6B1D680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743d7714e1014bc1" /><Relationship Type="http://schemas.openxmlformats.org/officeDocument/2006/relationships/slideMaster" Target="/ppt/slideMasters/slideMaster1.xml" Id="Rac3f7a1278d048a0" /><Relationship Type="http://schemas.openxmlformats.org/officeDocument/2006/relationships/notesMaster" Target="/ppt/notesMasters/notesMaster1.xml" Id="R6f2d4bcccccb45f6" /><Relationship Type="http://schemas.openxmlformats.org/officeDocument/2006/relationships/presProps" Target="/ppt/presProps.xml" Id="Rdb71e2ac2030414e" /><Relationship Type="http://schemas.openxmlformats.org/officeDocument/2006/relationships/tableStyles" Target="/ppt/tableStyles.xml" Id="R59e639d22b1e414a" /><Relationship Type="http://schemas.openxmlformats.org/officeDocument/2006/relationships/slide" Target="/ppt/slides/slide1.xml" Id="Rb3e666877eda47de" /><Relationship Type="http://schemas.openxmlformats.org/officeDocument/2006/relationships/slide" Target="/ppt/slides/slide2.xml" Id="Rb8465b2504fc4b3a" /><Relationship Type="http://schemas.openxmlformats.org/officeDocument/2006/relationships/slide" Target="/ppt/slides/slide3.xml" Id="Rc9522c1d1daf4a0b" /><Relationship Type="http://schemas.openxmlformats.org/officeDocument/2006/relationships/slide" Target="/ppt/slides/slide4.xml" Id="Rd290f5ac5a0946db" /><Relationship Type="http://schemas.openxmlformats.org/officeDocument/2006/relationships/slide" Target="/ppt/slides/slide5.xml" Id="R127735680d7b4052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67391a30842944ec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Primary Presentation Layouts">
  <a:themeElements>
    <a:clrScheme name="UiPath colors">
      <a:dk1>
        <a:srgbClr val="172024"/>
      </a:dk1>
      <a:lt1>
        <a:srgbClr val="FFFFFF"/>
      </a:lt1>
      <a:dk2>
        <a:srgbClr val="9D9D9D"/>
      </a:dk2>
      <a:lt2>
        <a:srgbClr val="F6F6F6"/>
      </a:lt2>
      <a:accent1>
        <a:srgbClr val="FA4616"/>
      </a:accent1>
      <a:accent2>
        <a:srgbClr val="1E6482"/>
      </a:accent2>
      <a:accent3>
        <a:srgbClr val="A32200"/>
      </a:accent3>
      <a:accent4>
        <a:srgbClr val="0BA2B3"/>
      </a:accent4>
      <a:accent5>
        <a:srgbClr val="8B288A"/>
      </a:accent5>
      <a:accent6>
        <a:srgbClr val="FA7678"/>
      </a:accent6>
      <a:hlink>
        <a:srgbClr val="5BCBDE"/>
      </a:hlink>
      <a:folHlink>
        <a:srgbClr val="5BCBDE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iPath colors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f46d06f6e37a492f" /><Relationship Type="http://schemas.openxmlformats.org/officeDocument/2006/relationships/notesMaster" Target="/ppt/notesMasters/notesMaster1.xml" Id="R735c711095f943c7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6cd0e22ed66b4ad1" /><Relationship Type="http://schemas.openxmlformats.org/officeDocument/2006/relationships/notesMaster" Target="/ppt/notesMasters/notesMaster1.xml" Id="R4a3ddf9d338848e1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83e0741754944316" /><Relationship Type="http://schemas.openxmlformats.org/officeDocument/2006/relationships/notesMaster" Target="/ppt/notesMasters/notesMaster1.xml" Id="Rf3c85b5266df45fe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5469163df39e4404" /><Relationship Type="http://schemas.openxmlformats.org/officeDocument/2006/relationships/notesMaster" Target="/ppt/notesMasters/notesMaster1.xml" Id="Rca24f0a8a9fc4e1c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ee3838b10c364e45" /><Relationship Type="http://schemas.openxmlformats.org/officeDocument/2006/relationships/notesMaster" Target="/ppt/notesMasters/notesMaster1.xml" Id="R8b212ff108c24178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cc2deb8132f41b5" /><Relationship Type="http://schemas.openxmlformats.org/officeDocument/2006/relationships/image" Target="/ppt/media/image2.png" Id="Ra8eb6677e4d44ca3" /><Relationship Type="http://schemas.openxmlformats.org/officeDocument/2006/relationships/image" Target="/ppt/media/image3.png" Id="Rcb589bba70e4486d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a597e69558c45c5" /><Relationship Type="http://schemas.openxmlformats.org/officeDocument/2006/relationships/image" Target="/ppt/media/image4.png" Id="Rbdc63a2891af49c8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c188771fa9f4ae1" /><Relationship Type="http://schemas.openxmlformats.org/officeDocument/2006/relationships/image" Target="/ppt/media/image5.png" Id="R4c25be67ccf94820" /><Relationship Type="http://schemas.openxmlformats.org/officeDocument/2006/relationships/image" Target="/ppt/media/image6.png" Id="R173cd1658a4a40ef" /><Relationship Type="http://schemas.openxmlformats.org/officeDocument/2006/relationships/image" Target="/ppt/media/image7.png" Id="R048edd73163d40da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ddcb09f639b42f0" /><Relationship Type="http://schemas.openxmlformats.org/officeDocument/2006/relationships/image" Target="/ppt/media/image.png" Id="R85ebba5f6cfd4216" /><Relationship Type="http://schemas.openxmlformats.org/officeDocument/2006/relationships/image" Target="/ppt/media/image8.png" Id="R89b6a7f78eaf49d2" /><Relationship Type="http://schemas.openxmlformats.org/officeDocument/2006/relationships/image" Target="/ppt/media/image4.png" Id="Rb4289480f7304925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5a4395dd5624584" /><Relationship Type="http://schemas.openxmlformats.org/officeDocument/2006/relationships/image" Target="/ppt/media/image9.png" Id="R621253bf181e4629" /><Relationship Type="http://schemas.openxmlformats.org/officeDocument/2006/relationships/image" Target="/ppt/media/image10.png" Id="R8ef5f50a57454c04" /><Relationship Type="http://schemas.openxmlformats.org/officeDocument/2006/relationships/image" Target="/ppt/media/image11.png" Id="R33a3aec787554417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29419afe44e46d3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ade3c661d244a31" /><Relationship Type="http://schemas.openxmlformats.org/officeDocument/2006/relationships/image" Target="/ppt/media/image11.png" Id="R401b44eab03e4ae3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059dd9fe56b4477" /><Relationship Type="http://schemas.openxmlformats.org/officeDocument/2006/relationships/image" Target="/ppt/media/image11.png" Id="Rfc56bc9f64ec48ab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4bb38680e964a77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1a600b07d7749e6" /><Relationship Type="http://schemas.openxmlformats.org/officeDocument/2006/relationships/image" Target="/ppt/media/image11.png" Id="R078953c1ffab4960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3cf829b06fd4e40" /><Relationship Type="http://schemas.openxmlformats.org/officeDocument/2006/relationships/image" Target="/ppt/media/image11.png" Id="Rac9305b37f3148a4" /></Relationships>
</file>

<file path=ppt/slideLayouts/_rels/slideLayout1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851afe763d545db" /><Relationship Type="http://schemas.openxmlformats.org/officeDocument/2006/relationships/image" Target="/ppt/media/image12.png" Id="R02ebe73c0d8b4271" /><Relationship Type="http://schemas.openxmlformats.org/officeDocument/2006/relationships/image" Target="/ppt/media/image11.png" Id="R9020e98ab6da4bf4" /></Relationships>
</file>

<file path=ppt/slideLayouts/_rels/slideLayout1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fdcd796e3544b6a" /><Relationship Type="http://schemas.openxmlformats.org/officeDocument/2006/relationships/image" Target="/ppt/media/image13.png" Id="R2331d3d59bcf4c57" /><Relationship Type="http://schemas.openxmlformats.org/officeDocument/2006/relationships/image" Target="/ppt/media/image11.png" Id="R87a5e6772eb9445a" /></Relationships>
</file>

<file path=ppt/slideLayouts/_rels/slideLayout1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ccab68f7730426b" /><Relationship Type="http://schemas.openxmlformats.org/officeDocument/2006/relationships/image" Target="/ppt/media/image14.png" Id="R2a98af44c77f4feb" /></Relationships>
</file>

<file path=ppt/slideLayouts/_rels/slideLayout1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74bb9a963ea4b94" /><Relationship Type="http://schemas.openxmlformats.org/officeDocument/2006/relationships/image" Target="/ppt/media/image11.png" Id="R5d974e49dc53476e" /></Relationships>
</file>

<file path=ppt/slideLayouts/_rels/slideLayout1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140d412f25c411a" /><Relationship Type="http://schemas.openxmlformats.org/officeDocument/2006/relationships/image" Target="/ppt/media/image11.png" Id="Rf99c39f63c6d432d" /></Relationships>
</file>

<file path=ppt/slideLayouts/_rels/slideLayout1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f2d715af1154b38" /><Relationship Type="http://schemas.openxmlformats.org/officeDocument/2006/relationships/image" Target="/ppt/media/image11.png" Id="R22974be60d824eab" /></Relationships>
</file>

<file path=ppt/slideLayouts/_rels/slideLayout1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ec445f3b71f4c7f" /><Relationship Type="http://schemas.openxmlformats.org/officeDocument/2006/relationships/image" Target="/ppt/media/image11.png" Id="Rbc202797dddc402f" /></Relationships>
</file>

<file path=ppt/slideLayouts/_rels/slideLayout1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fb44307b50e449b" /></Relationships>
</file>

<file path=ppt/slideLayouts/_rels/slideLayout2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45ec379a0d34efb" /><Relationship Type="http://schemas.openxmlformats.org/officeDocument/2006/relationships/image" Target="/ppt/media/image11.png" Id="R02a70bcc98614d2a" /></Relationships>
</file>

<file path=ppt/slideLayouts/_rels/slideLayout2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5cf265025724383" /><Relationship Type="http://schemas.openxmlformats.org/officeDocument/2006/relationships/image" Target="/ppt/media/image11.png" Id="R274af874587a40ef" /></Relationships>
</file>

<file path=ppt/slideLayouts/_rels/slideLayout2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682b858b26b4a34" /><Relationship Type="http://schemas.openxmlformats.org/officeDocument/2006/relationships/image" Target="/ppt/media/image15.png" Id="Rd60497cd1be94dd7" /><Relationship Type="http://schemas.openxmlformats.org/officeDocument/2006/relationships/image" Target="/ppt/media/image11.png" Id="Re70933bf73bd475d" /></Relationships>
</file>

<file path=ppt/slideLayouts/slideLayout1.xml><?xml version="1.0" encoding="utf-8"?>
<p:sldLayout xmlns:p="http://schemas.openxmlformats.org/presentationml/2006/main" showMasterSp="0" matchingName="Section Header">
  <p:cSld name="Section Header">
    <p:bg>
      <p:bgPr>
        <a:solidFill xmlns:a="http://schemas.openxmlformats.org/drawingml/2006/main">
          <a:srgbClr val="0BA2B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" name="Google Shape;11;p9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a8eb6677e4d44ca3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10489770" y="5461000"/>
            <a:ext cx="1524000" cy="12065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12" name="Google Shape;12;p9">
            <a:extLst xmlns:a="http://schemas.openxmlformats.org/drawingml/2006/main">
              <a:ext uri="{FF2B5EF4-FFF2-40B4-BE49-F238E27FC236}">
                <a16:creationId xmlns:a16="http://schemas.microsoft.com/office/drawing/2014/main" id="{19382CE8-F143-427A-9697-34014545EE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4946" y="4955133"/>
            <a:ext cx="2120057" cy="1"/>
          </a:xfrm>
          <a:custGeom xmlns:a="http://schemas.openxmlformats.org/drawingml/2006/main">
            <a:rect l="l" t="t" r="r" b="b"/>
            <a:pathLst>
              <a:path w="21600" h="120000">
                <a:moveTo>
                  <a:pt x="0" y="0"/>
                </a:moveTo>
                <a:lnTo>
                  <a:pt x="21600" y="0"/>
                </a:lnTo>
                <a:lnTo>
                  <a:pt x="21600" y="0"/>
                </a:lnTo>
                <a:lnTo>
                  <a:pt x="0" y="0"/>
                </a:lnTo>
                <a:close/>
              </a:path>
            </a:pathLst>
          </a:cu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5714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i="0" u="none" cap="none">
                <a:solidFill>
                  <a:srgbClr val="B40000"/>
                </a:solidFill>
                <a:latin typeface="Arial"/>
                <a:ea typeface="Arial"/>
                <a:cs typeface="Arial"/>
              </a:rPr>
              <a:t> </a:t>
            </a:r>
          </a:p>
        </p:txBody>
      </p:sp>
      <p:sp>
        <p:nvSpPr>
          <p:cNvPr id="13" name="Google Shape;13;p9">
            <a:extLst xmlns:a="http://schemas.openxmlformats.org/drawingml/2006/main">
              <a:ext uri="{FF2B5EF4-FFF2-40B4-BE49-F238E27FC236}">
                <a16:creationId xmlns:a16="http://schemas.microsoft.com/office/drawing/2014/main" id="{CD513752-D150-4363-AFB5-3D09A1EE7246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40800" y="5886454"/>
            <a:ext cx="8280000" cy="45175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>
            <a:lvl1pPr marL="45720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1pPr>
            <a:lvl2pPr marL="914400" indent="-3175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har char="•"/>
              <a:defRPr sz="1400" b="0" i="0" u="none" cap="none">
                <a:solidFill>
                  <a:srgbClr val="007565"/>
                </a:solidFill>
                <a:latin typeface="Arial"/>
                <a:ea typeface="Arial"/>
                <a:cs typeface="Arial"/>
              </a:defRPr>
            </a:lvl2pPr>
            <a:lvl3pPr marL="1371600" indent="-3175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har char="-"/>
              <a:defRPr sz="1400" b="0" i="0" u="none" cap="none">
                <a:solidFill>
                  <a:srgbClr val="007565"/>
                </a:solidFill>
                <a:latin typeface="Arial"/>
                <a:ea typeface="Arial"/>
                <a:cs typeface="Arial"/>
              </a:defRPr>
            </a:lvl3pPr>
            <a:lvl4pPr marL="1828800" indent="-3175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har char="•"/>
              <a:defRPr sz="1400" b="0" i="0" u="none" cap="none">
                <a:solidFill>
                  <a:srgbClr val="007565"/>
                </a:solidFill>
                <a:latin typeface="Arial"/>
                <a:ea typeface="Arial"/>
                <a:cs typeface="Arial"/>
              </a:defRPr>
            </a:lvl4pPr>
            <a:lvl5pPr marL="2286000" indent="-3175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har char="-"/>
              <a:defRPr sz="1400" b="0" i="0" u="none" cap="none">
                <a:solidFill>
                  <a:srgbClr val="007565"/>
                </a:solidFill>
                <a:latin typeface="Arial"/>
                <a:ea typeface="Arial"/>
                <a:cs typeface="Arial"/>
              </a:defRPr>
            </a:lvl5pPr>
            <a:lvl6pPr marL="2743200" indent="-30480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har char="•"/>
              <a:defRPr sz="1200" b="0" i="0" u="none" cap="none">
                <a:solidFill>
                  <a:srgbClr val="007565"/>
                </a:solidFill>
                <a:latin typeface="Arial"/>
                <a:ea typeface="Arial"/>
                <a:cs typeface="Arial"/>
              </a:defRPr>
            </a:lvl6pPr>
            <a:lvl7pPr marL="3200400" indent="-30480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har char="•"/>
              <a:defRPr sz="1200" b="0" i="0" u="none" cap="none">
                <a:solidFill>
                  <a:srgbClr val="007565"/>
                </a:solidFill>
                <a:latin typeface="Arial"/>
                <a:ea typeface="Arial"/>
                <a:cs typeface="Arial"/>
              </a:defRPr>
            </a:lvl7pPr>
            <a:lvl8pPr marL="3657600" indent="-30480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har char="•"/>
              <a:defRPr sz="1200" b="0" i="0" u="none" cap="none">
                <a:solidFill>
                  <a:srgbClr val="007565"/>
                </a:solidFill>
                <a:latin typeface="Arial"/>
                <a:ea typeface="Arial"/>
                <a:cs typeface="Arial"/>
              </a:defRPr>
            </a:lvl8pPr>
            <a:lvl9pPr marL="4114800" indent="-30480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har char="•"/>
              <a:defRPr sz="1200" b="0" i="0" u="none" cap="none">
                <a:solidFill>
                  <a:srgbClr val="00756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/>
        </p:txBody>
      </p:sp>
      <p:sp>
        <p:nvSpPr>
          <p:cNvPr id="14" name="Google Shape;14;p9">
            <a:extLst xmlns:a="http://schemas.openxmlformats.org/drawingml/2006/main">
              <a:ext uri="{FF2B5EF4-FFF2-40B4-BE49-F238E27FC236}">
                <a16:creationId xmlns:a16="http://schemas.microsoft.com/office/drawing/2014/main" id="{6078A43F-C743-49C0-A3CF-C481513AA3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529" y="190499"/>
            <a:ext cx="11848241" cy="64770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 cmpd="sng">
            <a:solidFill>
              <a:schemeClr val="lt1"/>
            </a:solidFill>
            <a:prstDash val="solid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15" name="Google Shape;15;p9">
            <a:extLst xmlns:a="http://schemas.openxmlformats.org/drawingml/2006/main">
              <a:ext uri="{FF2B5EF4-FFF2-40B4-BE49-F238E27FC236}">
                <a16:creationId xmlns:a16="http://schemas.microsoft.com/office/drawing/2014/main" id="{69BA083C-60C6-4A11-BC1C-337245320F8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40800" y="4843803"/>
            <a:ext cx="8280000" cy="10378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000">
                <a:solidFill>
                  <a:srgbClr val="FFFFFF"/>
                </a:solidFill>
              </a:defRPr>
            </a:lvl1pPr>
            <a:lvl2pPr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None/>
              <a:defRPr/>
            </a:lvl2pPr>
            <a:lvl3pPr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None/>
              <a:defRPr/>
            </a:lvl3pPr>
            <a:lvl4pPr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None/>
              <a:defRPr/>
            </a:lvl4pPr>
            <a:lvl5pPr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None/>
              <a:defRPr/>
            </a:lvl5pPr>
            <a:lvl6pPr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None/>
              <a:defRPr/>
            </a:lvl6pPr>
            <a:lvl7pPr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None/>
              <a:defRPr/>
            </a:lvl7pPr>
            <a:lvl8pPr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None/>
              <a:defRPr/>
            </a:lvl8pPr>
            <a:lvl9pPr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pic>
        <p:nvPicPr>
          <p:cNvPr id="16" name="Google Shape;16;p9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cb589bba70e4486d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10616196" y="435122"/>
            <a:ext cx="1116970" cy="363664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</p:cSld>
</p:sldLayout>
</file>

<file path=ppt/slideLayouts/slideLayout2.xml><?xml version="1.0" encoding="utf-8"?>
<p:sldLayout xmlns:p="http://schemas.openxmlformats.org/presentationml/2006/main" matchingName="Slide with logo">
  <p:cSld name="Slide with logo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Google Shape;18;p10">
            <a:extLst xmlns:a="http://schemas.openxmlformats.org/drawingml/2006/main">
              <a:ext uri="{FF2B5EF4-FFF2-40B4-BE49-F238E27FC236}">
                <a16:creationId xmlns:a16="http://schemas.microsoft.com/office/drawing/2014/main" id="{9BB1ECE0-B8D0-40B2-B59B-78EB334FD471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11574470" y="6480000"/>
            <a:ext cx="157094" cy="1538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spAutoFit/>
          </a:bodyPr>
          <a:lstStyle xmlns:a="http://schemas.openxmlformats.org/drawingml/2006/main">
            <a:lvl1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</a:p>
        </p:txBody>
      </p:sp>
      <p:sp>
        <p:nvSpPr>
          <p:cNvPr id="19" name="Google Shape;19;p10">
            <a:extLst xmlns:a="http://schemas.openxmlformats.org/drawingml/2006/main">
              <a:ext uri="{FF2B5EF4-FFF2-40B4-BE49-F238E27FC236}">
                <a16:creationId xmlns:a16="http://schemas.microsoft.com/office/drawing/2014/main" id="{87CD5D87-DA48-41BA-AFDC-400C6081F4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97948" y="1240221"/>
            <a:ext cx="1481958" cy="672662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1"/>
          </a:solidFill>
          <a:ln xmlns:a="http://schemas.openxmlformats.org/drawingml/2006/main" w="12700" cmpd="sng">
            <a:solidFill>
              <a:schemeClr val="lt1"/>
            </a:solidFill>
            <a:prstDash val="solid"/>
          </a:ln>
        </p:spPr>
        <p:txBody>
          <a:bodyPr xmlns:a="http://schemas.openxmlformats.org/drawingml/2006/main" spcFirstLastPara="1" wrap="square" lIns="91425" tIns="91425" rIns="91425" bIns="91425" anchor="ctr">
            <a:sp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pic>
        <p:nvPicPr>
          <p:cNvPr id="20" name="Google Shape;20;p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bdc63a2891af49c8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10629023" y="362581"/>
            <a:ext cx="1150883" cy="430546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</p:cSld>
</p:sldLayout>
</file>

<file path=ppt/slideLayouts/slideLayout3.xml><?xml version="1.0" encoding="utf-8"?>
<p:sldLayout xmlns:p="http://schemas.openxmlformats.org/presentationml/2006/main" matchingName="Title and 2 Contents">
  <p:cSld name="Title and 2 Contents"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" name="Google Shape;22;p11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4c25be67ccf94820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6089650" y="0"/>
            <a:ext cx="6089650" cy="2087592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2" name="Google Shape;23;p11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173cd1658a4a40ef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0" y="2692400"/>
            <a:ext cx="4178300" cy="41656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24" name="Google Shape;24;p11">
            <a:extLst xmlns:a="http://schemas.openxmlformats.org/drawingml/2006/main">
              <a:ext uri="{FF2B5EF4-FFF2-40B4-BE49-F238E27FC236}">
                <a16:creationId xmlns:a16="http://schemas.microsoft.com/office/drawing/2014/main" id="{812A3A41-4942-4C48-819C-CAA640F9B9E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59999" y="360000"/>
            <a:ext cx="9000000" cy="90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1"/>
                </a:solidFill>
              </a:defRPr>
            </a:lvl1pPr>
            <a:lvl2pPr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None/>
              <a:defRPr/>
            </a:lvl2pPr>
            <a:lvl3pPr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None/>
              <a:defRPr/>
            </a:lvl3pPr>
            <a:lvl4pPr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None/>
              <a:defRPr/>
            </a:lvl4pPr>
            <a:lvl5pPr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None/>
              <a:defRPr/>
            </a:lvl5pPr>
            <a:lvl6pPr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None/>
              <a:defRPr/>
            </a:lvl6pPr>
            <a:lvl7pPr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None/>
              <a:defRPr/>
            </a:lvl7pPr>
            <a:lvl8pPr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None/>
              <a:defRPr/>
            </a:lvl8pPr>
            <a:lvl9pPr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25" name="Google Shape;25;p11">
            <a:extLst xmlns:a="http://schemas.openxmlformats.org/drawingml/2006/main">
              <a:ext uri="{FF2B5EF4-FFF2-40B4-BE49-F238E27FC236}">
                <a16:creationId xmlns:a16="http://schemas.microsoft.com/office/drawing/2014/main" id="{3B69DE0A-7214-40B3-A6BC-2A51BF0F6DA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11574470" y="6480000"/>
            <a:ext cx="157094" cy="1538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spAutoFit/>
          </a:bodyPr>
          <a:lstStyle xmlns:a="http://schemas.openxmlformats.org/drawingml/2006/main">
            <a:lvl1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1pPr>
            <a:lvl2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2pPr>
            <a:lvl3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3pPr>
            <a:lvl4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4pPr>
            <a:lvl5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5pPr>
            <a:lvl6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6pPr>
            <a:lvl7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7pPr>
            <a:lvl8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8pPr>
            <a:lvl9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</a:p>
        </p:txBody>
      </p:sp>
      <p:sp>
        <p:nvSpPr>
          <p:cNvPr id="26" name="Google Shape;26;p11">
            <a:extLst xmlns:a="http://schemas.openxmlformats.org/drawingml/2006/main">
              <a:ext uri="{FF2B5EF4-FFF2-40B4-BE49-F238E27FC236}">
                <a16:creationId xmlns:a16="http://schemas.microsoft.com/office/drawing/2014/main" id="{F49752BC-172E-4530-B3CC-874B311CF3F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360000" y="1440000"/>
            <a:ext cx="5040000" cy="25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>
            <a:lvl1pPr marL="45720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1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1pPr>
            <a:lvl2pPr marL="914400" indent="-22860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None/>
              <a:defRPr sz="1200" b="0" i="0" u="none" cap="none">
                <a:solidFill>
                  <a:srgbClr val="172325"/>
                </a:solidFill>
                <a:latin typeface="Arial"/>
                <a:ea typeface="Arial"/>
                <a:cs typeface="Arial"/>
              </a:defRPr>
            </a:lvl2pPr>
            <a:lvl3pPr marL="1371600" indent="-30480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har char="•"/>
              <a:defRPr sz="12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3pPr>
            <a:lvl4pPr marL="1828800" indent="-2286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None/>
              <a:defRPr sz="1400" b="0" i="0" u="none" cap="none">
                <a:solidFill>
                  <a:srgbClr val="172325"/>
                </a:solidFill>
                <a:latin typeface="Arial"/>
                <a:ea typeface="Arial"/>
                <a:cs typeface="Arial"/>
              </a:defRPr>
            </a:lvl4pPr>
            <a:lvl5pPr marL="2286000" indent="-2286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None/>
              <a:defRPr sz="1400" b="0" i="0" u="none" cap="none">
                <a:solidFill>
                  <a:srgbClr val="172325"/>
                </a:solidFill>
                <a:latin typeface="Arial"/>
                <a:ea typeface="Arial"/>
                <a:cs typeface="Arial"/>
              </a:defRPr>
            </a:lvl5pPr>
            <a:lvl6pPr marL="2743200" indent="-30480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har char="•"/>
              <a:defRPr sz="1200" b="0" i="0" u="none" cap="none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 marL="3200400" indent="-30480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har char="•"/>
              <a:defRPr sz="1200" b="0" i="0" u="none" cap="none">
                <a:solidFill>
                  <a:srgbClr val="007565"/>
                </a:solidFill>
                <a:latin typeface="Arial"/>
                <a:ea typeface="Arial"/>
                <a:cs typeface="Arial"/>
              </a:defRPr>
            </a:lvl7pPr>
            <a:lvl8pPr marL="3657600" indent="-30480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har char="•"/>
              <a:defRPr sz="1200" b="0" i="0" u="none" cap="none">
                <a:solidFill>
                  <a:srgbClr val="007565"/>
                </a:solidFill>
                <a:latin typeface="Arial"/>
                <a:ea typeface="Arial"/>
                <a:cs typeface="Arial"/>
              </a:defRPr>
            </a:lvl8pPr>
            <a:lvl9pPr marL="4114800" indent="-30480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har char="•"/>
              <a:defRPr sz="1200" b="0" i="0" u="none" cap="none">
                <a:solidFill>
                  <a:srgbClr val="00756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/>
        </p:txBody>
      </p:sp>
      <p:sp>
        <p:nvSpPr>
          <p:cNvPr id="27" name="Google Shape;27;p11">
            <a:extLst xmlns:a="http://schemas.openxmlformats.org/drawingml/2006/main">
              <a:ext uri="{FF2B5EF4-FFF2-40B4-BE49-F238E27FC236}">
                <a16:creationId xmlns:a16="http://schemas.microsoft.com/office/drawing/2014/main" id="{F4F9F2BA-0D99-4BA8-8205-D486D6DA4AB6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360000" y="1799999"/>
            <a:ext cx="5040000" cy="432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>
            <a:lvl1pPr marL="457200" indent="-2286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None/>
              <a:defRPr sz="18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1pPr>
            <a:lvl2pPr marL="914400" indent="-3175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har char="•"/>
              <a:defRPr sz="14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2pPr>
            <a:lvl3pPr marL="1371600" indent="-3175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har char="-"/>
              <a:defRPr sz="14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3pPr>
            <a:lvl4pPr marL="1828800" indent="-3175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har char="•"/>
              <a:defRPr sz="14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4pPr>
            <a:lvl5pPr marL="2286000" indent="-3175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har char="-"/>
              <a:defRPr sz="14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5pPr>
            <a:lvl6pPr marL="2743200" indent="-30480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har char="•"/>
              <a:defRPr sz="1200" b="0" i="0" u="none" cap="none">
                <a:solidFill>
                  <a:srgbClr val="007565"/>
                </a:solidFill>
                <a:latin typeface="Arial"/>
                <a:ea typeface="Arial"/>
                <a:cs typeface="Arial"/>
              </a:defRPr>
            </a:lvl6pPr>
            <a:lvl7pPr marL="3200400" indent="-30480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har char="•"/>
              <a:defRPr sz="1200" b="0" i="0" u="none" cap="none">
                <a:solidFill>
                  <a:srgbClr val="007565"/>
                </a:solidFill>
                <a:latin typeface="Arial"/>
                <a:ea typeface="Arial"/>
                <a:cs typeface="Arial"/>
              </a:defRPr>
            </a:lvl7pPr>
            <a:lvl8pPr marL="3657600" indent="-30480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har char="•"/>
              <a:defRPr sz="1200" b="0" i="0" u="none" cap="none">
                <a:solidFill>
                  <a:srgbClr val="007565"/>
                </a:solidFill>
                <a:latin typeface="Arial"/>
                <a:ea typeface="Arial"/>
                <a:cs typeface="Arial"/>
              </a:defRPr>
            </a:lvl8pPr>
            <a:lvl9pPr marL="4114800" indent="-30480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har char="•"/>
              <a:defRPr sz="1200" b="0" i="0" u="none" cap="none">
                <a:solidFill>
                  <a:srgbClr val="00756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/>
        </p:txBody>
      </p:sp>
      <p:sp>
        <p:nvSpPr>
          <p:cNvPr id="28" name="Google Shape;28;p11">
            <a:extLst xmlns:a="http://schemas.openxmlformats.org/drawingml/2006/main">
              <a:ext uri="{FF2B5EF4-FFF2-40B4-BE49-F238E27FC236}">
                <a16:creationId xmlns:a16="http://schemas.microsoft.com/office/drawing/2014/main" id="{57D7BBB1-30AD-41BA-9BE1-81C09035C942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6089650" y="1440000"/>
            <a:ext cx="5040000" cy="25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>
            <a:lvl1pPr marL="45720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1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1pPr>
            <a:lvl2pPr marL="914400" indent="-22860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None/>
              <a:defRPr sz="1200" b="0" i="0" u="none" cap="none">
                <a:solidFill>
                  <a:srgbClr val="172325"/>
                </a:solidFill>
                <a:latin typeface="Arial"/>
                <a:ea typeface="Arial"/>
                <a:cs typeface="Arial"/>
              </a:defRPr>
            </a:lvl2pPr>
            <a:lvl3pPr marL="1371600" indent="-30480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har char="•"/>
              <a:defRPr sz="12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3pPr>
            <a:lvl4pPr marL="1828800" indent="-2286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None/>
              <a:defRPr sz="1400" b="0" i="0" u="none" cap="none">
                <a:solidFill>
                  <a:srgbClr val="172325"/>
                </a:solidFill>
                <a:latin typeface="Arial"/>
                <a:ea typeface="Arial"/>
                <a:cs typeface="Arial"/>
              </a:defRPr>
            </a:lvl4pPr>
            <a:lvl5pPr marL="2286000" indent="-2286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None/>
              <a:defRPr sz="1400" b="0" i="0" u="none" cap="none">
                <a:solidFill>
                  <a:srgbClr val="172325"/>
                </a:solidFill>
                <a:latin typeface="Arial"/>
                <a:ea typeface="Arial"/>
                <a:cs typeface="Arial"/>
              </a:defRPr>
            </a:lvl5pPr>
            <a:lvl6pPr marL="2743200" indent="-30480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har char="•"/>
              <a:defRPr sz="1200" b="0" i="0" u="none" cap="none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 marL="3200400" indent="-30480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har char="•"/>
              <a:defRPr sz="1200" b="0" i="0" u="none" cap="none">
                <a:solidFill>
                  <a:srgbClr val="007565"/>
                </a:solidFill>
                <a:latin typeface="Arial"/>
                <a:ea typeface="Arial"/>
                <a:cs typeface="Arial"/>
              </a:defRPr>
            </a:lvl7pPr>
            <a:lvl8pPr marL="3657600" indent="-30480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har char="•"/>
              <a:defRPr sz="1200" b="0" i="0" u="none" cap="none">
                <a:solidFill>
                  <a:srgbClr val="007565"/>
                </a:solidFill>
                <a:latin typeface="Arial"/>
                <a:ea typeface="Arial"/>
                <a:cs typeface="Arial"/>
              </a:defRPr>
            </a:lvl8pPr>
            <a:lvl9pPr marL="4114800" indent="-30480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har char="•"/>
              <a:defRPr sz="1200" b="0" i="0" u="none" cap="none">
                <a:solidFill>
                  <a:srgbClr val="00756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/>
        </p:txBody>
      </p:sp>
      <p:sp>
        <p:nvSpPr>
          <p:cNvPr id="29" name="Google Shape;29;p11">
            <a:extLst xmlns:a="http://schemas.openxmlformats.org/drawingml/2006/main">
              <a:ext uri="{FF2B5EF4-FFF2-40B4-BE49-F238E27FC236}">
                <a16:creationId xmlns:a16="http://schemas.microsoft.com/office/drawing/2014/main" id="{CF921AF3-39D5-4633-8BD1-A794FF37370D}"/>
              </a:ext>
            </a:extLst>
          </p:cNvPr>
          <p:cNvSpPr>
            <a:spLocks xmlns:a="http://schemas.openxmlformats.org/drawingml/2006/main" noGrp="1"/>
          </p:cNvSpPr>
          <p:nvPr>
            <p:ph type="body" idx="4"/>
          </p:nvPr>
        </p:nvSpPr>
        <p:spPr>
          <a:xfrm xmlns:a="http://schemas.openxmlformats.org/drawingml/2006/main">
            <a:off x="6089650" y="1799999"/>
            <a:ext cx="5040000" cy="432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>
            <a:lvl1pPr marL="457200" indent="-2286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None/>
              <a:defRPr sz="18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1pPr>
            <a:lvl2pPr marL="914400" indent="-3175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har char="•"/>
              <a:defRPr sz="14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2pPr>
            <a:lvl3pPr marL="1371600" indent="-3175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har char="-"/>
              <a:defRPr sz="14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3pPr>
            <a:lvl4pPr marL="1828800" indent="-3175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har char="•"/>
              <a:defRPr sz="14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4pPr>
            <a:lvl5pPr marL="2286000" indent="-3175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har char="-"/>
              <a:defRPr sz="14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5pPr>
            <a:lvl6pPr marL="2743200" indent="-30480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har char="•"/>
              <a:defRPr sz="1200" b="0" i="0" u="none" cap="none">
                <a:solidFill>
                  <a:srgbClr val="007565"/>
                </a:solidFill>
                <a:latin typeface="Arial"/>
                <a:ea typeface="Arial"/>
                <a:cs typeface="Arial"/>
              </a:defRPr>
            </a:lvl6pPr>
            <a:lvl7pPr marL="3200400" indent="-30480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har char="•"/>
              <a:defRPr sz="1200" b="0" i="0" u="none" cap="none">
                <a:solidFill>
                  <a:srgbClr val="007565"/>
                </a:solidFill>
                <a:latin typeface="Arial"/>
                <a:ea typeface="Arial"/>
                <a:cs typeface="Arial"/>
              </a:defRPr>
            </a:lvl7pPr>
            <a:lvl8pPr marL="3657600" indent="-30480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har char="•"/>
              <a:defRPr sz="1200" b="0" i="0" u="none" cap="none">
                <a:solidFill>
                  <a:srgbClr val="007565"/>
                </a:solidFill>
                <a:latin typeface="Arial"/>
                <a:ea typeface="Arial"/>
                <a:cs typeface="Arial"/>
              </a:defRPr>
            </a:lvl8pPr>
            <a:lvl9pPr marL="4114800" indent="-30480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har char="•"/>
              <a:defRPr sz="1200" b="0" i="0" u="none" cap="none">
                <a:solidFill>
                  <a:srgbClr val="00756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/>
        </p:txBody>
      </p:sp>
      <p:sp>
        <p:nvSpPr>
          <p:cNvPr id="30" name="Google Shape;30;p11">
            <a:extLst xmlns:a="http://schemas.openxmlformats.org/drawingml/2006/main">
              <a:ext uri="{FF2B5EF4-FFF2-40B4-BE49-F238E27FC236}">
                <a16:creationId xmlns:a16="http://schemas.microsoft.com/office/drawing/2014/main" id="{817971FC-3AC7-443B-A20B-9AC51FD6F2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0" y="6761480"/>
            <a:ext cx="12178800" cy="9652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pic>
        <p:nvPicPr>
          <p:cNvPr id="31" name="Google Shape;31;p11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048edd73163d40da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10667661" y="404660"/>
            <a:ext cx="1063903" cy="346387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</p:cSld>
</p:sldLayout>
</file>

<file path=ppt/slideLayouts/slideLayout4.xml><?xml version="1.0" encoding="utf-8"?>
<p:sldLayout xmlns:p="http://schemas.openxmlformats.org/presentationml/2006/main" showMasterSp="0" matchingName="Custom Layout">
  <p:cSld name="Custom Layou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" name="Google Shape;33;p12">
            <a:extLst xmlns:a="http://schemas.openxmlformats.org/drawingml/2006/main">
              <a:ext uri="{FF2B5EF4-FFF2-40B4-BE49-F238E27FC236}">
                <a16:creationId xmlns:a16="http://schemas.microsoft.com/office/drawing/2014/main" id="{58D698C2-9684-4500-976F-D9B48ED707B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5128" y="4640687"/>
            <a:ext cx="9000000" cy="45729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>
            <a:lvl1pPr algn="l">
              <a:lnSpc>
                <a:spcPct val="187500"/>
              </a:lnSpc>
              <a:spcBef>
                <a:spcPts val="0"/>
              </a:spcBef>
              <a:spcAft>
                <a:spcPts val="0"/>
              </a:spcAft>
              <a:buNone/>
              <a:defRPr sz="1600"/>
            </a:lvl1pPr>
            <a:lvl2pPr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None/>
              <a:defRPr/>
            </a:lvl2pPr>
            <a:lvl3pPr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None/>
              <a:defRPr/>
            </a:lvl3pPr>
            <a:lvl4pPr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None/>
              <a:defRPr/>
            </a:lvl4pPr>
            <a:lvl5pPr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None/>
              <a:defRPr/>
            </a:lvl5pPr>
            <a:lvl6pPr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None/>
              <a:defRPr/>
            </a:lvl6pPr>
            <a:lvl7pPr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None/>
              <a:defRPr/>
            </a:lvl7pPr>
            <a:lvl8pPr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None/>
              <a:defRPr/>
            </a:lvl8pPr>
            <a:lvl9pPr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pic>
        <p:nvPicPr>
          <p:cNvPr id="34" name="Google Shape;34;p12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85ebba5f6cfd4216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10897966" y="362286"/>
            <a:ext cx="833598" cy="416799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35" name="Google Shape;35;p12">
            <a:extLst xmlns:a="http://schemas.openxmlformats.org/drawingml/2006/main">
              <a:ext uri="{FF2B5EF4-FFF2-40B4-BE49-F238E27FC236}">
                <a16:creationId xmlns:a16="http://schemas.microsoft.com/office/drawing/2014/main" id="{4964FA46-28F3-47C6-B542-D35C2B89C3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529" y="190499"/>
            <a:ext cx="11848241" cy="64770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 cmpd="sng">
            <a:solidFill>
              <a:schemeClr val="accent1"/>
            </a:solidFill>
            <a:prstDash val="solid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pic>
        <p:nvPicPr>
          <p:cNvPr id="36" name="Google Shape;36;p12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89b6a7f78eaf49d2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600348" y="393566"/>
            <a:ext cx="6557643" cy="3556001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37" name="Google Shape;37;p12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b4289480f7304925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10629023" y="362581"/>
            <a:ext cx="1150883" cy="430546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</p:cSld>
</p:sldLayout>
</file>

<file path=ppt/slideLayouts/slideLayout5.xml><?xml version="1.0" encoding="utf-8"?>
<p:sldLayout xmlns:p="http://schemas.openxmlformats.org/presentationml/2006/main" showMasterSp="0" matchingName="Title Slide">
  <p:cSld name="Title Slide">
    <p:bg>
      <p:bgPr>
        <a:solidFill xmlns:a="http://schemas.openxmlformats.org/drawingml/2006/main">
          <a:schemeClr val="accent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" name="Google Shape;39;p13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621253bf181e4629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10197670" y="5461000"/>
            <a:ext cx="1816100" cy="12065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2" name="Google Shape;40;p13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8ef5f50a57454c04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165529" y="190499"/>
            <a:ext cx="1816100" cy="12065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41" name="Google Shape;41;p13">
            <a:extLst xmlns:a="http://schemas.openxmlformats.org/drawingml/2006/main">
              <a:ext uri="{FF2B5EF4-FFF2-40B4-BE49-F238E27FC236}">
                <a16:creationId xmlns:a16="http://schemas.microsoft.com/office/drawing/2014/main" id="{2B36185E-BF66-4E21-8665-4DB60FF2BD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4946" y="4955133"/>
            <a:ext cx="2120057" cy="1"/>
          </a:xfrm>
          <a:custGeom xmlns:a="http://schemas.openxmlformats.org/drawingml/2006/main">
            <a:rect l="l" t="t" r="r" b="b"/>
            <a:pathLst>
              <a:path w="21600" h="120000">
                <a:moveTo>
                  <a:pt x="0" y="0"/>
                </a:moveTo>
                <a:lnTo>
                  <a:pt x="21600" y="0"/>
                </a:lnTo>
                <a:lnTo>
                  <a:pt x="21600" y="0"/>
                </a:lnTo>
                <a:lnTo>
                  <a:pt x="0" y="0"/>
                </a:lnTo>
                <a:close/>
              </a:path>
            </a:pathLst>
          </a:cu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5714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i="0" u="none" cap="none">
                <a:solidFill>
                  <a:srgbClr val="B40000"/>
                </a:solidFill>
                <a:latin typeface="Arial"/>
                <a:ea typeface="Arial"/>
                <a:cs typeface="Arial"/>
              </a:rPr>
              <a:t> </a:t>
            </a:r>
          </a:p>
        </p:txBody>
      </p:sp>
      <p:sp>
        <p:nvSpPr>
          <p:cNvPr id="42" name="Google Shape;42;p13">
            <a:extLst xmlns:a="http://schemas.openxmlformats.org/drawingml/2006/main">
              <a:ext uri="{FF2B5EF4-FFF2-40B4-BE49-F238E27FC236}">
                <a16:creationId xmlns:a16="http://schemas.microsoft.com/office/drawing/2014/main" id="{9A789DB6-FFE1-4C81-AFEB-D529CC1F02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529" y="190499"/>
            <a:ext cx="11848241" cy="64770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 cmpd="sng">
            <a:solidFill>
              <a:schemeClr val="lt1"/>
            </a:solidFill>
            <a:prstDash val="solid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43" name="Google Shape;43;p13">
            <a:extLst xmlns:a="http://schemas.openxmlformats.org/drawingml/2006/main">
              <a:ext uri="{FF2B5EF4-FFF2-40B4-BE49-F238E27FC236}">
                <a16:creationId xmlns:a16="http://schemas.microsoft.com/office/drawing/2014/main" id="{84929893-CA24-4935-9CD1-AA15931557AE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40800" y="5850000"/>
            <a:ext cx="3818481" cy="63016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>
            <a:lvl1pPr marL="457200" indent="-228600" algn="l">
              <a:lnSpc>
                <a:spcPct val="142857"/>
              </a:lnSpc>
              <a:spcBef>
                <a:spcPts val="0"/>
              </a:spcBef>
              <a:spcAft>
                <a:spcPts val="0"/>
              </a:spcAft>
              <a:buNone/>
              <a:defRPr sz="700" b="0" i="0" u="none" cap="none">
                <a:solidFill>
                  <a:srgbClr val="A32200"/>
                </a:solidFill>
                <a:latin typeface="Arial"/>
                <a:ea typeface="Arial"/>
                <a:cs typeface="Arial"/>
              </a:defRPr>
            </a:lvl1pPr>
            <a:lvl2pPr marL="914400" indent="-3175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har char="•"/>
              <a:defRPr sz="1400" b="0" i="0" u="none" cap="none">
                <a:solidFill>
                  <a:srgbClr val="007565"/>
                </a:solidFill>
                <a:latin typeface="Arial"/>
                <a:ea typeface="Arial"/>
                <a:cs typeface="Arial"/>
              </a:defRPr>
            </a:lvl2pPr>
            <a:lvl3pPr marL="1371600" indent="-3175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har char="-"/>
              <a:defRPr sz="1400" b="0" i="0" u="none" cap="none">
                <a:solidFill>
                  <a:srgbClr val="007565"/>
                </a:solidFill>
                <a:latin typeface="Arial"/>
                <a:ea typeface="Arial"/>
                <a:cs typeface="Arial"/>
              </a:defRPr>
            </a:lvl3pPr>
            <a:lvl4pPr marL="1828800" indent="-3175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har char="•"/>
              <a:defRPr sz="1400" b="0" i="0" u="none" cap="none">
                <a:solidFill>
                  <a:srgbClr val="007565"/>
                </a:solidFill>
                <a:latin typeface="Arial"/>
                <a:ea typeface="Arial"/>
                <a:cs typeface="Arial"/>
              </a:defRPr>
            </a:lvl4pPr>
            <a:lvl5pPr marL="2286000" indent="-3175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har char="-"/>
              <a:defRPr sz="1400" b="0" i="0" u="none" cap="none">
                <a:solidFill>
                  <a:srgbClr val="007565"/>
                </a:solidFill>
                <a:latin typeface="Arial"/>
                <a:ea typeface="Arial"/>
                <a:cs typeface="Arial"/>
              </a:defRPr>
            </a:lvl5pPr>
            <a:lvl6pPr marL="2743200" indent="-30480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har char="•"/>
              <a:defRPr sz="1200" b="0" i="0" u="none" cap="none">
                <a:solidFill>
                  <a:srgbClr val="007565"/>
                </a:solidFill>
                <a:latin typeface="Arial"/>
                <a:ea typeface="Arial"/>
                <a:cs typeface="Arial"/>
              </a:defRPr>
            </a:lvl6pPr>
            <a:lvl7pPr marL="3200400" indent="-30480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har char="•"/>
              <a:defRPr sz="1200" b="0" i="0" u="none" cap="none">
                <a:solidFill>
                  <a:srgbClr val="007565"/>
                </a:solidFill>
                <a:latin typeface="Arial"/>
                <a:ea typeface="Arial"/>
                <a:cs typeface="Arial"/>
              </a:defRPr>
            </a:lvl7pPr>
            <a:lvl8pPr marL="3657600" indent="-30480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har char="•"/>
              <a:defRPr sz="1200" b="0" i="0" u="none" cap="none">
                <a:solidFill>
                  <a:srgbClr val="007565"/>
                </a:solidFill>
                <a:latin typeface="Arial"/>
                <a:ea typeface="Arial"/>
                <a:cs typeface="Arial"/>
              </a:defRPr>
            </a:lvl8pPr>
            <a:lvl9pPr marL="4114800" indent="-30480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har char="•"/>
              <a:defRPr sz="1200" b="0" i="0" u="none" cap="none">
                <a:solidFill>
                  <a:srgbClr val="00756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/>
        </p:txBody>
      </p:sp>
      <p:sp>
        <p:nvSpPr>
          <p:cNvPr id="44" name="Google Shape;44;p13">
            <a:extLst xmlns:a="http://schemas.openxmlformats.org/drawingml/2006/main">
              <a:ext uri="{FF2B5EF4-FFF2-40B4-BE49-F238E27FC236}">
                <a16:creationId xmlns:a16="http://schemas.microsoft.com/office/drawing/2014/main" id="{3E099DD9-BAAD-4B36-90E4-2E00E1978AB7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0800" y="4574120"/>
            <a:ext cx="8822225" cy="91442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>
            <a:lvl1pPr marL="45720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1pPr>
            <a:lvl2pPr marL="914400" indent="-3175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har char="•"/>
              <a:defRPr sz="1400" b="0" i="0" u="none" cap="none">
                <a:solidFill>
                  <a:srgbClr val="007565"/>
                </a:solidFill>
                <a:latin typeface="Arial"/>
                <a:ea typeface="Arial"/>
                <a:cs typeface="Arial"/>
              </a:defRPr>
            </a:lvl2pPr>
            <a:lvl3pPr marL="1371600" indent="-3175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har char="-"/>
              <a:defRPr sz="1400" b="0" i="0" u="none" cap="none">
                <a:solidFill>
                  <a:srgbClr val="007565"/>
                </a:solidFill>
                <a:latin typeface="Arial"/>
                <a:ea typeface="Arial"/>
                <a:cs typeface="Arial"/>
              </a:defRPr>
            </a:lvl3pPr>
            <a:lvl4pPr marL="1828800" indent="-3175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har char="•"/>
              <a:defRPr sz="1400" b="0" i="0" u="none" cap="none">
                <a:solidFill>
                  <a:srgbClr val="007565"/>
                </a:solidFill>
                <a:latin typeface="Arial"/>
                <a:ea typeface="Arial"/>
                <a:cs typeface="Arial"/>
              </a:defRPr>
            </a:lvl4pPr>
            <a:lvl5pPr marL="2286000" indent="-3175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har char="-"/>
              <a:defRPr sz="1400" b="0" i="0" u="none" cap="none">
                <a:solidFill>
                  <a:srgbClr val="007565"/>
                </a:solidFill>
                <a:latin typeface="Arial"/>
                <a:ea typeface="Arial"/>
                <a:cs typeface="Arial"/>
              </a:defRPr>
            </a:lvl5pPr>
            <a:lvl6pPr marL="2743200" indent="-30480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har char="•"/>
              <a:defRPr sz="1200" b="0" i="0" u="none" cap="none">
                <a:solidFill>
                  <a:srgbClr val="007565"/>
                </a:solidFill>
                <a:latin typeface="Arial"/>
                <a:ea typeface="Arial"/>
                <a:cs typeface="Arial"/>
              </a:defRPr>
            </a:lvl6pPr>
            <a:lvl7pPr marL="3200400" indent="-30480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har char="•"/>
              <a:defRPr sz="1200" b="0" i="0" u="none" cap="none">
                <a:solidFill>
                  <a:srgbClr val="007565"/>
                </a:solidFill>
                <a:latin typeface="Arial"/>
                <a:ea typeface="Arial"/>
                <a:cs typeface="Arial"/>
              </a:defRPr>
            </a:lvl7pPr>
            <a:lvl8pPr marL="3657600" indent="-30480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har char="•"/>
              <a:defRPr sz="1200" b="0" i="0" u="none" cap="none">
                <a:solidFill>
                  <a:srgbClr val="007565"/>
                </a:solidFill>
                <a:latin typeface="Arial"/>
                <a:ea typeface="Arial"/>
                <a:cs typeface="Arial"/>
              </a:defRPr>
            </a:lvl8pPr>
            <a:lvl9pPr marL="4114800" indent="-30480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har char="•"/>
              <a:defRPr sz="1200" b="0" i="0" u="none" cap="none">
                <a:solidFill>
                  <a:srgbClr val="00756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/>
        </p:txBody>
      </p:sp>
      <p:sp>
        <p:nvSpPr>
          <p:cNvPr id="45" name="Google Shape;45;p13">
            <a:extLst xmlns:a="http://schemas.openxmlformats.org/drawingml/2006/main">
              <a:ext uri="{FF2B5EF4-FFF2-40B4-BE49-F238E27FC236}">
                <a16:creationId xmlns:a16="http://schemas.microsoft.com/office/drawing/2014/main" id="{82C42CE6-4F11-4428-A176-4AD3A1761C84}"/>
              </a:ext>
            </a:extLst>
          </p:cNvPr>
          <p:cNvSpPr>
            <a:spLocks xmlns:a="http://schemas.openxmlformats.org/drawingml/2006/main" noGrp="1"/>
          </p:cNvSpPr>
          <p:nvPr>
            <p:ph type="subTitle" idx="3"/>
          </p:nvPr>
        </p:nvSpPr>
        <p:spPr>
          <a:xfrm xmlns:a="http://schemas.openxmlformats.org/drawingml/2006/main">
            <a:off x="644227" y="2845823"/>
            <a:ext cx="8820000" cy="15132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>
            <a:lvl1pPr algn="l">
              <a:lnSpc>
                <a:spcPct val="91666"/>
              </a:lnSpc>
              <a:spcBef>
                <a:spcPts val="800"/>
              </a:spcBef>
              <a:spcAft>
                <a:spcPts val="0"/>
              </a:spcAft>
              <a:buNone/>
              <a:defRPr sz="6000" b="1" i="0" u="none" cap="none">
                <a:solidFill>
                  <a:schemeClr val="lt1"/>
                </a:solidFill>
                <a:latin typeface="Arial"/>
                <a:ea typeface="Arial"/>
                <a:cs typeface="Arial"/>
              </a:defRPr>
            </a:lvl1pPr>
            <a:lvl2pPr algn="ctr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None/>
              <a:defRPr sz="1400" b="0" i="0" u="none" cap="none">
                <a:solidFill>
                  <a:schemeClr val="lt1"/>
                </a:solidFill>
                <a:latin typeface="Arial"/>
                <a:ea typeface="Arial"/>
                <a:cs typeface="Arial"/>
              </a:defRPr>
            </a:lvl2pPr>
            <a:lvl3pPr algn="ctr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None/>
              <a:defRPr sz="1400" b="0" i="0" u="none" cap="none">
                <a:solidFill>
                  <a:schemeClr val="lt1"/>
                </a:solidFill>
                <a:latin typeface="Arial"/>
                <a:ea typeface="Arial"/>
                <a:cs typeface="Arial"/>
              </a:defRPr>
            </a:lvl3pPr>
            <a:lvl4pPr algn="ctr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None/>
              <a:defRPr sz="1400" b="0" i="0" u="none" cap="none">
                <a:solidFill>
                  <a:schemeClr val="lt1"/>
                </a:solidFill>
                <a:latin typeface="Arial"/>
                <a:ea typeface="Arial"/>
                <a:cs typeface="Arial"/>
              </a:defRPr>
            </a:lvl4pPr>
            <a:lvl5pPr algn="ctr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None/>
              <a:defRPr sz="1400" b="0" i="0" u="none" cap="none">
                <a:solidFill>
                  <a:schemeClr val="lt1"/>
                </a:solidFill>
                <a:latin typeface="Arial"/>
                <a:ea typeface="Arial"/>
                <a:cs typeface="Arial"/>
              </a:defRPr>
            </a:lvl5pPr>
            <a:lvl6pPr algn="ctr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None/>
              <a:defRPr sz="1200" b="0" i="0" u="none" cap="none">
                <a:solidFill>
                  <a:schemeClr val="lt1"/>
                </a:solidFill>
                <a:latin typeface="Arial"/>
                <a:ea typeface="Arial"/>
                <a:cs typeface="Arial"/>
              </a:defRPr>
            </a:lvl6pPr>
            <a:lvl7pPr algn="ctr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None/>
              <a:defRPr sz="1200" b="0" i="0" u="none" cap="none">
                <a:solidFill>
                  <a:schemeClr val="lt1"/>
                </a:solidFill>
                <a:latin typeface="Arial"/>
                <a:ea typeface="Arial"/>
                <a:cs typeface="Arial"/>
              </a:defRPr>
            </a:lvl7pPr>
            <a:lvl8pPr algn="ctr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None/>
              <a:defRPr sz="1200" b="0" i="0" u="none" cap="none">
                <a:solidFill>
                  <a:schemeClr val="lt1"/>
                </a:solidFill>
                <a:latin typeface="Arial"/>
                <a:ea typeface="Arial"/>
                <a:cs typeface="Arial"/>
              </a:defRPr>
            </a:lvl8pPr>
            <a:lvl9pPr algn="ctr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None/>
              <a:defRPr sz="1200" b="0" i="0" u="none" cap="none">
                <a:solidFill>
                  <a:schemeClr val="lt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/>
        </p:txBody>
      </p:sp>
      <p:pic>
        <p:nvPicPr>
          <p:cNvPr id="46" name="Google Shape;46;p13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33a3aec787554417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10121449" y="507429"/>
            <a:ext cx="1496116" cy="748058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</p:cSld>
</p:sldLayout>
</file>

<file path=ppt/slideLayouts/slideLayout6.xml><?xml version="1.0" encoding="utf-8"?>
<p:sldLayout xmlns:p="http://schemas.openxmlformats.org/presentationml/2006/main" matchingName="Title and Content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8" name="Google Shape;48;p14">
            <a:extLst xmlns:a="http://schemas.openxmlformats.org/drawingml/2006/main">
              <a:ext uri="{FF2B5EF4-FFF2-40B4-BE49-F238E27FC236}">
                <a16:creationId xmlns:a16="http://schemas.microsoft.com/office/drawing/2014/main" id="{941A4922-B348-467E-8535-9C5CADF5200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59999" y="360000"/>
            <a:ext cx="9000000" cy="90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1"/>
                </a:solidFill>
              </a:defRPr>
            </a:lvl1pPr>
            <a:lvl2pPr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None/>
              <a:defRPr/>
            </a:lvl2pPr>
            <a:lvl3pPr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None/>
              <a:defRPr/>
            </a:lvl3pPr>
            <a:lvl4pPr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None/>
              <a:defRPr/>
            </a:lvl4pPr>
            <a:lvl5pPr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None/>
              <a:defRPr/>
            </a:lvl5pPr>
            <a:lvl6pPr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None/>
              <a:defRPr/>
            </a:lvl6pPr>
            <a:lvl7pPr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None/>
              <a:defRPr/>
            </a:lvl7pPr>
            <a:lvl8pPr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None/>
              <a:defRPr/>
            </a:lvl8pPr>
            <a:lvl9pPr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49" name="Google Shape;49;p14">
            <a:extLst xmlns:a="http://schemas.openxmlformats.org/drawingml/2006/main">
              <a:ext uri="{FF2B5EF4-FFF2-40B4-BE49-F238E27FC236}">
                <a16:creationId xmlns:a16="http://schemas.microsoft.com/office/drawing/2014/main" id="{73D0CCFF-1588-4CAF-B311-E3B0EFC072A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11574470" y="6480000"/>
            <a:ext cx="157094" cy="1538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spAutoFit/>
          </a:bodyPr>
          <a:lstStyle xmlns:a="http://schemas.openxmlformats.org/drawingml/2006/main">
            <a:lvl1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</a:p>
        </p:txBody>
      </p:sp>
      <p:sp>
        <p:nvSpPr>
          <p:cNvPr id="50" name="Google Shape;50;p14">
            <a:extLst xmlns:a="http://schemas.openxmlformats.org/drawingml/2006/main">
              <a:ext uri="{FF2B5EF4-FFF2-40B4-BE49-F238E27FC236}">
                <a16:creationId xmlns:a16="http://schemas.microsoft.com/office/drawing/2014/main" id="{43593300-8D92-47AB-AA1A-4270E3EBBF1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360000" y="1440000"/>
            <a:ext cx="9000000" cy="3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>
            <a:lvl1pPr marL="45720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1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1pPr>
            <a:lvl2pPr marL="914400" indent="-22860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None/>
              <a:defRPr sz="1200" b="0" i="0" u="none" cap="none">
                <a:solidFill>
                  <a:srgbClr val="172325"/>
                </a:solidFill>
                <a:latin typeface="Arial"/>
                <a:ea typeface="Arial"/>
                <a:cs typeface="Arial"/>
              </a:defRPr>
            </a:lvl2pPr>
            <a:lvl3pPr marL="1371600" indent="-30480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har char="•"/>
              <a:defRPr sz="12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3pPr>
            <a:lvl4pPr marL="1828800" indent="-2286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None/>
              <a:defRPr sz="1400" b="0" i="0" u="none" cap="none">
                <a:solidFill>
                  <a:srgbClr val="172325"/>
                </a:solidFill>
                <a:latin typeface="Arial"/>
                <a:ea typeface="Arial"/>
                <a:cs typeface="Arial"/>
              </a:defRPr>
            </a:lvl4pPr>
            <a:lvl5pPr marL="2286000" indent="-2286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None/>
              <a:defRPr sz="1400" b="0" i="0" u="none" cap="none">
                <a:solidFill>
                  <a:srgbClr val="172325"/>
                </a:solidFill>
                <a:latin typeface="Arial"/>
                <a:ea typeface="Arial"/>
                <a:cs typeface="Arial"/>
              </a:defRPr>
            </a:lvl5pPr>
            <a:lvl6pPr marL="2743200" indent="-30480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har char="•"/>
              <a:defRPr sz="1200" b="0" i="0" u="none" cap="none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 marL="3200400" indent="-30480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har char="•"/>
              <a:defRPr sz="1200" b="0" i="0" u="none" cap="none">
                <a:solidFill>
                  <a:srgbClr val="007565"/>
                </a:solidFill>
                <a:latin typeface="Arial"/>
                <a:ea typeface="Arial"/>
                <a:cs typeface="Arial"/>
              </a:defRPr>
            </a:lvl7pPr>
            <a:lvl8pPr marL="3657600" indent="-30480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har char="•"/>
              <a:defRPr sz="1200" b="0" i="0" u="none" cap="none">
                <a:solidFill>
                  <a:srgbClr val="007565"/>
                </a:solidFill>
                <a:latin typeface="Arial"/>
                <a:ea typeface="Arial"/>
                <a:cs typeface="Arial"/>
              </a:defRPr>
            </a:lvl8pPr>
            <a:lvl9pPr marL="4114800" indent="-30480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har char="•"/>
              <a:defRPr sz="1200" b="0" i="0" u="none" cap="none">
                <a:solidFill>
                  <a:srgbClr val="00756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/>
        </p:txBody>
      </p:sp>
      <p:sp>
        <p:nvSpPr>
          <p:cNvPr id="51" name="Google Shape;51;p14">
            <a:extLst xmlns:a="http://schemas.openxmlformats.org/drawingml/2006/main">
              <a:ext uri="{FF2B5EF4-FFF2-40B4-BE49-F238E27FC236}">
                <a16:creationId xmlns:a16="http://schemas.microsoft.com/office/drawing/2014/main" id="{14136CD4-B467-4A29-8665-9C6066A1C083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360000" y="1799999"/>
            <a:ext cx="9000000" cy="432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>
            <a:lvl1pPr marL="457200" indent="-2286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None/>
              <a:defRPr sz="18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1pPr>
            <a:lvl2pPr marL="914400" indent="-3175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har char="•"/>
              <a:defRPr sz="14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2pPr>
            <a:lvl3pPr marL="1371600" indent="-3175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har char="-"/>
              <a:defRPr sz="14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3pPr>
            <a:lvl4pPr marL="1828800" indent="-3175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har char="•"/>
              <a:defRPr sz="14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4pPr>
            <a:lvl5pPr marL="2286000" indent="-3175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har char="-"/>
              <a:defRPr sz="14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5pPr>
            <a:lvl6pPr marL="2743200" indent="-30480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har char="•"/>
              <a:defRPr sz="1200" b="0" i="0" u="none" cap="none">
                <a:solidFill>
                  <a:srgbClr val="007565"/>
                </a:solidFill>
                <a:latin typeface="Arial"/>
                <a:ea typeface="Arial"/>
                <a:cs typeface="Arial"/>
              </a:defRPr>
            </a:lvl6pPr>
            <a:lvl7pPr marL="3200400" indent="-30480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har char="•"/>
              <a:defRPr sz="1200" b="0" i="0" u="none" cap="none">
                <a:solidFill>
                  <a:srgbClr val="007565"/>
                </a:solidFill>
                <a:latin typeface="Arial"/>
                <a:ea typeface="Arial"/>
                <a:cs typeface="Arial"/>
              </a:defRPr>
            </a:lvl7pPr>
            <a:lvl8pPr marL="3657600" indent="-30480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har char="•"/>
              <a:defRPr sz="1200" b="0" i="0" u="none" cap="none">
                <a:solidFill>
                  <a:srgbClr val="007565"/>
                </a:solidFill>
                <a:latin typeface="Arial"/>
                <a:ea typeface="Arial"/>
                <a:cs typeface="Arial"/>
              </a:defRPr>
            </a:lvl8pPr>
            <a:lvl9pPr marL="4114800" indent="-30480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har char="•"/>
              <a:defRPr sz="1200" b="0" i="0" u="none" cap="none">
                <a:solidFill>
                  <a:srgbClr val="00756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7.xml><?xml version="1.0" encoding="utf-8"?>
<p:sldLayout xmlns:p="http://schemas.openxmlformats.org/presentationml/2006/main" showMasterSp="0" matchingName="Title and Content Dark">
  <p:cSld name="Title and Content Dark">
    <p:bg>
      <p:bgPr>
        <a:solidFill xmlns:a="http://schemas.openxmlformats.org/drawingml/2006/main">
          <a:schemeClr val="accent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3" name="Google Shape;53;p15">
            <a:extLst xmlns:a="http://schemas.openxmlformats.org/drawingml/2006/main">
              <a:ext uri="{FF2B5EF4-FFF2-40B4-BE49-F238E27FC236}">
                <a16:creationId xmlns:a16="http://schemas.microsoft.com/office/drawing/2014/main" id="{291DE6A1-AB11-436C-9AAC-65BAE213D85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59999" y="360000"/>
            <a:ext cx="9000000" cy="90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FFFFFF"/>
                </a:solidFill>
              </a:defRPr>
            </a:lvl1pPr>
            <a:lvl2pPr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None/>
              <a:defRPr/>
            </a:lvl2pPr>
            <a:lvl3pPr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None/>
              <a:defRPr/>
            </a:lvl3pPr>
            <a:lvl4pPr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None/>
              <a:defRPr/>
            </a:lvl4pPr>
            <a:lvl5pPr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None/>
              <a:defRPr/>
            </a:lvl5pPr>
            <a:lvl6pPr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None/>
              <a:defRPr/>
            </a:lvl6pPr>
            <a:lvl7pPr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None/>
              <a:defRPr/>
            </a:lvl7pPr>
            <a:lvl8pPr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None/>
              <a:defRPr/>
            </a:lvl8pPr>
            <a:lvl9pPr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54" name="Google Shape;54;p15">
            <a:extLst xmlns:a="http://schemas.openxmlformats.org/drawingml/2006/main">
              <a:ext uri="{FF2B5EF4-FFF2-40B4-BE49-F238E27FC236}">
                <a16:creationId xmlns:a16="http://schemas.microsoft.com/office/drawing/2014/main" id="{1DEEFDF5-6610-4EEB-9528-782F2291B76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11574470" y="6480000"/>
            <a:ext cx="157094" cy="1538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spAutoFit/>
          </a:bodyPr>
          <a:lstStyle xmlns:a="http://schemas.openxmlformats.org/drawingml/2006/main">
            <a:lvl1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lt1"/>
                </a:solidFill>
                <a:latin typeface="Arial"/>
                <a:ea typeface="Arial"/>
                <a:cs typeface="Arial"/>
              </a:defRPr>
            </a:lvl1pPr>
            <a:lvl2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lt1"/>
                </a:solidFill>
                <a:latin typeface="Arial"/>
                <a:ea typeface="Arial"/>
                <a:cs typeface="Arial"/>
              </a:defRPr>
            </a:lvl2pPr>
            <a:lvl3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lt1"/>
                </a:solidFill>
                <a:latin typeface="Arial"/>
                <a:ea typeface="Arial"/>
                <a:cs typeface="Arial"/>
              </a:defRPr>
            </a:lvl3pPr>
            <a:lvl4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lt1"/>
                </a:solidFill>
                <a:latin typeface="Arial"/>
                <a:ea typeface="Arial"/>
                <a:cs typeface="Arial"/>
              </a:defRPr>
            </a:lvl4pPr>
            <a:lvl5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lt1"/>
                </a:solidFill>
                <a:latin typeface="Arial"/>
                <a:ea typeface="Arial"/>
                <a:cs typeface="Arial"/>
              </a:defRPr>
            </a:lvl5pPr>
            <a:lvl6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lt1"/>
                </a:solidFill>
                <a:latin typeface="Arial"/>
                <a:ea typeface="Arial"/>
                <a:cs typeface="Arial"/>
              </a:defRPr>
            </a:lvl6pPr>
            <a:lvl7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lt1"/>
                </a:solidFill>
                <a:latin typeface="Arial"/>
                <a:ea typeface="Arial"/>
                <a:cs typeface="Arial"/>
              </a:defRPr>
            </a:lvl7pPr>
            <a:lvl8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lt1"/>
                </a:solidFill>
                <a:latin typeface="Arial"/>
                <a:ea typeface="Arial"/>
                <a:cs typeface="Arial"/>
              </a:defRPr>
            </a:lvl8pPr>
            <a:lvl9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lt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</a:p>
        </p:txBody>
      </p:sp>
      <p:sp>
        <p:nvSpPr>
          <p:cNvPr id="55" name="Google Shape;55;p15">
            <a:extLst xmlns:a="http://schemas.openxmlformats.org/drawingml/2006/main">
              <a:ext uri="{FF2B5EF4-FFF2-40B4-BE49-F238E27FC236}">
                <a16:creationId xmlns:a16="http://schemas.microsoft.com/office/drawing/2014/main" id="{B5388841-7AD8-4CB5-A038-B508519C4A5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360000" y="1440000"/>
            <a:ext cx="9000000" cy="3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>
            <a:lvl1pPr marL="45720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1" i="0" u="none" cap="none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 marL="914400" indent="-22860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None/>
              <a:defRPr sz="1200" b="0" i="0" u="none" cap="none">
                <a:solidFill>
                  <a:srgbClr val="172325"/>
                </a:solidFill>
                <a:latin typeface="Arial"/>
                <a:ea typeface="Arial"/>
                <a:cs typeface="Arial"/>
              </a:defRPr>
            </a:lvl2pPr>
            <a:lvl3pPr marL="1371600" indent="-30480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har char="•"/>
              <a:defRPr sz="1200" b="0" i="0" u="none" cap="none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 marL="1828800" indent="-2286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None/>
              <a:defRPr sz="1400" b="0" i="0" u="none" cap="none">
                <a:solidFill>
                  <a:srgbClr val="172325"/>
                </a:solidFill>
                <a:latin typeface="Arial"/>
                <a:ea typeface="Arial"/>
                <a:cs typeface="Arial"/>
              </a:defRPr>
            </a:lvl4pPr>
            <a:lvl5pPr marL="2286000" indent="-2286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None/>
              <a:defRPr sz="1400" b="0" i="0" u="none" cap="none">
                <a:solidFill>
                  <a:srgbClr val="172325"/>
                </a:solidFill>
                <a:latin typeface="Arial"/>
                <a:ea typeface="Arial"/>
                <a:cs typeface="Arial"/>
              </a:defRPr>
            </a:lvl5pPr>
            <a:lvl6pPr marL="2743200" indent="-30480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har char="•"/>
              <a:defRPr sz="1200" b="0" i="0" u="none" cap="none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 marL="3200400" indent="-30480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har char="•"/>
              <a:defRPr sz="1200" b="0" i="0" u="none" cap="none">
                <a:solidFill>
                  <a:srgbClr val="007565"/>
                </a:solidFill>
                <a:latin typeface="Arial"/>
                <a:ea typeface="Arial"/>
                <a:cs typeface="Arial"/>
              </a:defRPr>
            </a:lvl7pPr>
            <a:lvl8pPr marL="3657600" indent="-30480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har char="•"/>
              <a:defRPr sz="1200" b="0" i="0" u="none" cap="none">
                <a:solidFill>
                  <a:srgbClr val="007565"/>
                </a:solidFill>
                <a:latin typeface="Arial"/>
                <a:ea typeface="Arial"/>
                <a:cs typeface="Arial"/>
              </a:defRPr>
            </a:lvl8pPr>
            <a:lvl9pPr marL="4114800" indent="-30480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har char="•"/>
              <a:defRPr sz="1200" b="0" i="0" u="none" cap="none">
                <a:solidFill>
                  <a:srgbClr val="00756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/>
        </p:txBody>
      </p:sp>
      <p:sp>
        <p:nvSpPr>
          <p:cNvPr id="56" name="Google Shape;56;p15">
            <a:extLst xmlns:a="http://schemas.openxmlformats.org/drawingml/2006/main">
              <a:ext uri="{FF2B5EF4-FFF2-40B4-BE49-F238E27FC236}">
                <a16:creationId xmlns:a16="http://schemas.microsoft.com/office/drawing/2014/main" id="{634550D4-757C-412D-AF48-D4521AB7CD3D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360000" y="1799999"/>
            <a:ext cx="9000000" cy="432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>
            <a:lvl1pPr marL="457200" indent="-2286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None/>
              <a:defRPr sz="1800" b="0" i="0" u="none" cap="none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 marL="914400" indent="-3175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har char="•"/>
              <a:defRPr sz="1400" b="0" i="0" u="none" cap="none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 marL="1371600" indent="-3175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har char="-"/>
              <a:defRPr sz="1400" b="0" i="0" u="none" cap="none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 marL="1828800" indent="-3175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har char="•"/>
              <a:defRPr sz="1400" b="0" i="0" u="none" cap="none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 marL="2286000" indent="-3175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har char="-"/>
              <a:defRPr sz="1400" b="0" i="0" u="none" cap="none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 marL="2743200" indent="-30480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har char="•"/>
              <a:defRPr sz="1200" b="0" i="0" u="none" cap="none">
                <a:solidFill>
                  <a:srgbClr val="007565"/>
                </a:solidFill>
                <a:latin typeface="Arial"/>
                <a:ea typeface="Arial"/>
                <a:cs typeface="Arial"/>
              </a:defRPr>
            </a:lvl6pPr>
            <a:lvl7pPr marL="3200400" indent="-30480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har char="•"/>
              <a:defRPr sz="1200" b="0" i="0" u="none" cap="none">
                <a:solidFill>
                  <a:srgbClr val="007565"/>
                </a:solidFill>
                <a:latin typeface="Arial"/>
                <a:ea typeface="Arial"/>
                <a:cs typeface="Arial"/>
              </a:defRPr>
            </a:lvl7pPr>
            <a:lvl8pPr marL="3657600" indent="-30480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har char="•"/>
              <a:defRPr sz="1200" b="0" i="0" u="none" cap="none">
                <a:solidFill>
                  <a:srgbClr val="007565"/>
                </a:solidFill>
                <a:latin typeface="Arial"/>
                <a:ea typeface="Arial"/>
                <a:cs typeface="Arial"/>
              </a:defRPr>
            </a:lvl8pPr>
            <a:lvl9pPr marL="4114800" indent="-30480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har char="•"/>
              <a:defRPr sz="1200" b="0" i="0" u="none" cap="none">
                <a:solidFill>
                  <a:srgbClr val="00756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/>
        </p:txBody>
      </p:sp>
      <p:sp>
        <p:nvSpPr>
          <p:cNvPr id="57" name="Google Shape;57;p15">
            <a:extLst xmlns:a="http://schemas.openxmlformats.org/drawingml/2006/main">
              <a:ext uri="{FF2B5EF4-FFF2-40B4-BE49-F238E27FC236}">
                <a16:creationId xmlns:a16="http://schemas.microsoft.com/office/drawing/2014/main" id="{FE7A8FCD-C363-49AD-BF2A-CCC2247236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0" y="6761481"/>
            <a:ext cx="12178800" cy="9652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4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pic>
        <p:nvPicPr>
          <p:cNvPr id="58" name="Google Shape;58;p15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401b44eab03e4ae3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10897966" y="362285"/>
            <a:ext cx="835200" cy="4176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</p:cSld>
</p:sldLayout>
</file>

<file path=ppt/slideLayouts/slideLayout8.xml><?xml version="1.0" encoding="utf-8"?>
<p:sldLayout xmlns:p="http://schemas.openxmlformats.org/presentationml/2006/main" showMasterSp="0" matchingName="1_Title and Content Teal">
  <p:cSld name="1_Title and Content Teal">
    <p:bg>
      <p:bgPr>
        <a:solidFill xmlns:a="http://schemas.openxmlformats.org/drawingml/2006/main">
          <a:schemeClr val="accent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0" name="Google Shape;60;p16">
            <a:extLst xmlns:a="http://schemas.openxmlformats.org/drawingml/2006/main">
              <a:ext uri="{FF2B5EF4-FFF2-40B4-BE49-F238E27FC236}">
                <a16:creationId xmlns:a16="http://schemas.microsoft.com/office/drawing/2014/main" id="{C6E6DCE7-9F15-465B-B0F7-FA396FE552E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59999" y="360000"/>
            <a:ext cx="9000000" cy="90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FFFFFF"/>
                </a:solidFill>
              </a:defRPr>
            </a:lvl1pPr>
            <a:lvl2pPr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None/>
              <a:defRPr/>
            </a:lvl2pPr>
            <a:lvl3pPr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None/>
              <a:defRPr/>
            </a:lvl3pPr>
            <a:lvl4pPr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None/>
              <a:defRPr/>
            </a:lvl4pPr>
            <a:lvl5pPr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None/>
              <a:defRPr/>
            </a:lvl5pPr>
            <a:lvl6pPr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None/>
              <a:defRPr/>
            </a:lvl6pPr>
            <a:lvl7pPr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None/>
              <a:defRPr/>
            </a:lvl7pPr>
            <a:lvl8pPr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None/>
              <a:defRPr/>
            </a:lvl8pPr>
            <a:lvl9pPr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61" name="Google Shape;61;p16">
            <a:extLst xmlns:a="http://schemas.openxmlformats.org/drawingml/2006/main">
              <a:ext uri="{FF2B5EF4-FFF2-40B4-BE49-F238E27FC236}">
                <a16:creationId xmlns:a16="http://schemas.microsoft.com/office/drawing/2014/main" id="{D1DE3340-B016-453B-B760-020FC0F86B3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11574470" y="6480000"/>
            <a:ext cx="157094" cy="1538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spAutoFit/>
          </a:bodyPr>
          <a:lstStyle xmlns:a="http://schemas.openxmlformats.org/drawingml/2006/main">
            <a:lvl1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lt1"/>
                </a:solidFill>
                <a:latin typeface="Arial"/>
                <a:ea typeface="Arial"/>
                <a:cs typeface="Arial"/>
              </a:defRPr>
            </a:lvl1pPr>
            <a:lvl2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lt1"/>
                </a:solidFill>
                <a:latin typeface="Arial"/>
                <a:ea typeface="Arial"/>
                <a:cs typeface="Arial"/>
              </a:defRPr>
            </a:lvl2pPr>
            <a:lvl3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lt1"/>
                </a:solidFill>
                <a:latin typeface="Arial"/>
                <a:ea typeface="Arial"/>
                <a:cs typeface="Arial"/>
              </a:defRPr>
            </a:lvl3pPr>
            <a:lvl4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lt1"/>
                </a:solidFill>
                <a:latin typeface="Arial"/>
                <a:ea typeface="Arial"/>
                <a:cs typeface="Arial"/>
              </a:defRPr>
            </a:lvl4pPr>
            <a:lvl5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lt1"/>
                </a:solidFill>
                <a:latin typeface="Arial"/>
                <a:ea typeface="Arial"/>
                <a:cs typeface="Arial"/>
              </a:defRPr>
            </a:lvl5pPr>
            <a:lvl6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lt1"/>
                </a:solidFill>
                <a:latin typeface="Arial"/>
                <a:ea typeface="Arial"/>
                <a:cs typeface="Arial"/>
              </a:defRPr>
            </a:lvl6pPr>
            <a:lvl7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lt1"/>
                </a:solidFill>
                <a:latin typeface="Arial"/>
                <a:ea typeface="Arial"/>
                <a:cs typeface="Arial"/>
              </a:defRPr>
            </a:lvl7pPr>
            <a:lvl8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lt1"/>
                </a:solidFill>
                <a:latin typeface="Arial"/>
                <a:ea typeface="Arial"/>
                <a:cs typeface="Arial"/>
              </a:defRPr>
            </a:lvl8pPr>
            <a:lvl9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lt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</a:p>
        </p:txBody>
      </p:sp>
      <p:sp>
        <p:nvSpPr>
          <p:cNvPr id="62" name="Google Shape;62;p16">
            <a:extLst xmlns:a="http://schemas.openxmlformats.org/drawingml/2006/main">
              <a:ext uri="{FF2B5EF4-FFF2-40B4-BE49-F238E27FC236}">
                <a16:creationId xmlns:a16="http://schemas.microsoft.com/office/drawing/2014/main" id="{C91E129D-DF4B-43EF-8209-E2A4B4D19C2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360000" y="1440000"/>
            <a:ext cx="9000000" cy="3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>
            <a:lvl1pPr marL="45720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1" i="0" u="none" cap="none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 marL="914400" indent="-22860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None/>
              <a:defRPr sz="1200" b="0" i="0" u="none" cap="none">
                <a:solidFill>
                  <a:srgbClr val="172325"/>
                </a:solidFill>
                <a:latin typeface="Arial"/>
                <a:ea typeface="Arial"/>
                <a:cs typeface="Arial"/>
              </a:defRPr>
            </a:lvl2pPr>
            <a:lvl3pPr marL="1371600" indent="-30480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har char="•"/>
              <a:defRPr sz="1200" b="0" i="0" u="none" cap="none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 marL="1828800" indent="-2286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None/>
              <a:defRPr sz="1400" b="0" i="0" u="none" cap="none">
                <a:solidFill>
                  <a:srgbClr val="172325"/>
                </a:solidFill>
                <a:latin typeface="Arial"/>
                <a:ea typeface="Arial"/>
                <a:cs typeface="Arial"/>
              </a:defRPr>
            </a:lvl4pPr>
            <a:lvl5pPr marL="2286000" indent="-2286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None/>
              <a:defRPr sz="1400" b="0" i="0" u="none" cap="none">
                <a:solidFill>
                  <a:srgbClr val="172325"/>
                </a:solidFill>
                <a:latin typeface="Arial"/>
                <a:ea typeface="Arial"/>
                <a:cs typeface="Arial"/>
              </a:defRPr>
            </a:lvl5pPr>
            <a:lvl6pPr marL="2743200" indent="-30480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har char="•"/>
              <a:defRPr sz="1200" b="0" i="0" u="none" cap="none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 marL="3200400" indent="-30480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har char="•"/>
              <a:defRPr sz="1200" b="0" i="0" u="none" cap="none">
                <a:solidFill>
                  <a:srgbClr val="007565"/>
                </a:solidFill>
                <a:latin typeface="Arial"/>
                <a:ea typeface="Arial"/>
                <a:cs typeface="Arial"/>
              </a:defRPr>
            </a:lvl7pPr>
            <a:lvl8pPr marL="3657600" indent="-30480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har char="•"/>
              <a:defRPr sz="1200" b="0" i="0" u="none" cap="none">
                <a:solidFill>
                  <a:srgbClr val="007565"/>
                </a:solidFill>
                <a:latin typeface="Arial"/>
                <a:ea typeface="Arial"/>
                <a:cs typeface="Arial"/>
              </a:defRPr>
            </a:lvl8pPr>
            <a:lvl9pPr marL="4114800" indent="-30480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har char="•"/>
              <a:defRPr sz="1200" b="0" i="0" u="none" cap="none">
                <a:solidFill>
                  <a:srgbClr val="00756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/>
        </p:txBody>
      </p:sp>
      <p:sp>
        <p:nvSpPr>
          <p:cNvPr id="63" name="Google Shape;63;p16">
            <a:extLst xmlns:a="http://schemas.openxmlformats.org/drawingml/2006/main">
              <a:ext uri="{FF2B5EF4-FFF2-40B4-BE49-F238E27FC236}">
                <a16:creationId xmlns:a16="http://schemas.microsoft.com/office/drawing/2014/main" id="{05BDD737-1315-48BE-ACBA-3CF1F586050F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360000" y="1799999"/>
            <a:ext cx="9000000" cy="432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>
            <a:lvl1pPr marL="457200" indent="-2286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None/>
              <a:defRPr sz="1800" b="0" i="0" u="none" cap="none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 marL="914400" indent="-3175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har char="•"/>
              <a:defRPr sz="1400" b="0" i="0" u="none" cap="none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 marL="1371600" indent="-3175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har char="-"/>
              <a:defRPr sz="1400" b="0" i="0" u="none" cap="none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 marL="1828800" indent="-3175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har char="•"/>
              <a:defRPr sz="1400" b="0" i="0" u="none" cap="none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 marL="2286000" indent="-3175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har char="-"/>
              <a:defRPr sz="1400" b="0" i="0" u="none" cap="none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 marL="2743200" indent="-30480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har char="•"/>
              <a:defRPr sz="1200" b="0" i="0" u="none" cap="none">
                <a:solidFill>
                  <a:srgbClr val="007565"/>
                </a:solidFill>
                <a:latin typeface="Arial"/>
                <a:ea typeface="Arial"/>
                <a:cs typeface="Arial"/>
              </a:defRPr>
            </a:lvl6pPr>
            <a:lvl7pPr marL="3200400" indent="-30480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har char="•"/>
              <a:defRPr sz="1200" b="0" i="0" u="none" cap="none">
                <a:solidFill>
                  <a:srgbClr val="007565"/>
                </a:solidFill>
                <a:latin typeface="Arial"/>
                <a:ea typeface="Arial"/>
                <a:cs typeface="Arial"/>
              </a:defRPr>
            </a:lvl7pPr>
            <a:lvl8pPr marL="3657600" indent="-30480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har char="•"/>
              <a:defRPr sz="1200" b="0" i="0" u="none" cap="none">
                <a:solidFill>
                  <a:srgbClr val="007565"/>
                </a:solidFill>
                <a:latin typeface="Arial"/>
                <a:ea typeface="Arial"/>
                <a:cs typeface="Arial"/>
              </a:defRPr>
            </a:lvl8pPr>
            <a:lvl9pPr marL="4114800" indent="-30480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har char="•"/>
              <a:defRPr sz="1200" b="0" i="0" u="none" cap="none">
                <a:solidFill>
                  <a:srgbClr val="00756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/>
        </p:txBody>
      </p:sp>
      <p:sp>
        <p:nvSpPr>
          <p:cNvPr id="64" name="Google Shape;64;p16">
            <a:extLst xmlns:a="http://schemas.openxmlformats.org/drawingml/2006/main">
              <a:ext uri="{FF2B5EF4-FFF2-40B4-BE49-F238E27FC236}">
                <a16:creationId xmlns:a16="http://schemas.microsoft.com/office/drawing/2014/main" id="{AF943B1E-FA29-44F0-A57C-2E895160D0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0" y="6761481"/>
            <a:ext cx="12178800" cy="9652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2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pic>
        <p:nvPicPr>
          <p:cNvPr id="65" name="Google Shape;65;p16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fc56bc9f64ec48ab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10897966" y="362285"/>
            <a:ext cx="835200" cy="4176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</p:cSld>
</p:sldLayout>
</file>

<file path=ppt/slideLayouts/slideLayout9.xml><?xml version="1.0" encoding="utf-8"?>
<p:sldLayout xmlns:p="http://schemas.openxmlformats.org/presentationml/2006/main" matchingName="Headline only">
  <p:cSld name="Headlin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7" name="Google Shape;67;p17">
            <a:extLst xmlns:a="http://schemas.openxmlformats.org/drawingml/2006/main">
              <a:ext uri="{FF2B5EF4-FFF2-40B4-BE49-F238E27FC236}">
                <a16:creationId xmlns:a16="http://schemas.microsoft.com/office/drawing/2014/main" id="{FFA5A19F-DC9A-4362-AA15-333FE7E972F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59999" y="360000"/>
            <a:ext cx="9000000" cy="90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1"/>
                </a:solidFill>
              </a:defRPr>
            </a:lvl1pPr>
            <a:lvl2pPr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None/>
              <a:defRPr/>
            </a:lvl2pPr>
            <a:lvl3pPr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None/>
              <a:defRPr/>
            </a:lvl3pPr>
            <a:lvl4pPr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None/>
              <a:defRPr/>
            </a:lvl4pPr>
            <a:lvl5pPr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None/>
              <a:defRPr/>
            </a:lvl5pPr>
            <a:lvl6pPr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None/>
              <a:defRPr/>
            </a:lvl6pPr>
            <a:lvl7pPr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None/>
              <a:defRPr/>
            </a:lvl7pPr>
            <a:lvl8pPr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None/>
              <a:defRPr/>
            </a:lvl8pPr>
            <a:lvl9pPr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68" name="Google Shape;68;p17">
            <a:extLst xmlns:a="http://schemas.openxmlformats.org/drawingml/2006/main">
              <a:ext uri="{FF2B5EF4-FFF2-40B4-BE49-F238E27FC236}">
                <a16:creationId xmlns:a16="http://schemas.microsoft.com/office/drawing/2014/main" id="{D81EE37F-998F-440C-B650-B4952CC0850F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11574470" y="6480000"/>
            <a:ext cx="157094" cy="1538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spAutoFit/>
          </a:bodyPr>
          <a:lstStyle xmlns:a="http://schemas.openxmlformats.org/drawingml/2006/main">
            <a:lvl1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</a:p>
        </p:txBody>
      </p:sp>
    </p:spTree>
  </p:cSld>
</p:sldLayout>
</file>

<file path=ppt/slideLayouts/slideLayout10.xml><?xml version="1.0" encoding="utf-8"?>
<p:sldLayout xmlns:p="http://schemas.openxmlformats.org/presentationml/2006/main" showMasterSp="0" matchingName="Headline only Dark">
  <p:cSld name="Headline only Dark">
    <p:bg>
      <p:bgPr>
        <a:solidFill xmlns:a="http://schemas.openxmlformats.org/drawingml/2006/main">
          <a:schemeClr val="accent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0" name="Google Shape;70;p18">
            <a:extLst xmlns:a="http://schemas.openxmlformats.org/drawingml/2006/main">
              <a:ext uri="{FF2B5EF4-FFF2-40B4-BE49-F238E27FC236}">
                <a16:creationId xmlns:a16="http://schemas.microsoft.com/office/drawing/2014/main" id="{5F60D9C2-D9D9-44BB-8BAD-0DB501415EB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59999" y="360000"/>
            <a:ext cx="9000000" cy="90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FFFFFF"/>
                </a:solidFill>
              </a:defRPr>
            </a:lvl1pPr>
            <a:lvl2pPr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None/>
              <a:defRPr/>
            </a:lvl2pPr>
            <a:lvl3pPr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None/>
              <a:defRPr/>
            </a:lvl3pPr>
            <a:lvl4pPr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None/>
              <a:defRPr/>
            </a:lvl4pPr>
            <a:lvl5pPr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None/>
              <a:defRPr/>
            </a:lvl5pPr>
            <a:lvl6pPr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None/>
              <a:defRPr/>
            </a:lvl6pPr>
            <a:lvl7pPr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None/>
              <a:defRPr/>
            </a:lvl7pPr>
            <a:lvl8pPr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None/>
              <a:defRPr/>
            </a:lvl8pPr>
            <a:lvl9pPr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71" name="Google Shape;71;p18">
            <a:extLst xmlns:a="http://schemas.openxmlformats.org/drawingml/2006/main">
              <a:ext uri="{FF2B5EF4-FFF2-40B4-BE49-F238E27FC236}">
                <a16:creationId xmlns:a16="http://schemas.microsoft.com/office/drawing/2014/main" id="{055EFF0F-B210-45BC-93FC-2D161F11CB5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11574470" y="6480000"/>
            <a:ext cx="157094" cy="1538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spAutoFit/>
          </a:bodyPr>
          <a:lstStyle xmlns:a="http://schemas.openxmlformats.org/drawingml/2006/main">
            <a:lvl1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lt1"/>
                </a:solidFill>
                <a:latin typeface="Arial"/>
                <a:ea typeface="Arial"/>
                <a:cs typeface="Arial"/>
              </a:defRPr>
            </a:lvl1pPr>
            <a:lvl2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lt1"/>
                </a:solidFill>
                <a:latin typeface="Arial"/>
                <a:ea typeface="Arial"/>
                <a:cs typeface="Arial"/>
              </a:defRPr>
            </a:lvl2pPr>
            <a:lvl3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lt1"/>
                </a:solidFill>
                <a:latin typeface="Arial"/>
                <a:ea typeface="Arial"/>
                <a:cs typeface="Arial"/>
              </a:defRPr>
            </a:lvl3pPr>
            <a:lvl4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lt1"/>
                </a:solidFill>
                <a:latin typeface="Arial"/>
                <a:ea typeface="Arial"/>
                <a:cs typeface="Arial"/>
              </a:defRPr>
            </a:lvl4pPr>
            <a:lvl5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lt1"/>
                </a:solidFill>
                <a:latin typeface="Arial"/>
                <a:ea typeface="Arial"/>
                <a:cs typeface="Arial"/>
              </a:defRPr>
            </a:lvl5pPr>
            <a:lvl6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lt1"/>
                </a:solidFill>
                <a:latin typeface="Arial"/>
                <a:ea typeface="Arial"/>
                <a:cs typeface="Arial"/>
              </a:defRPr>
            </a:lvl6pPr>
            <a:lvl7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lt1"/>
                </a:solidFill>
                <a:latin typeface="Arial"/>
                <a:ea typeface="Arial"/>
                <a:cs typeface="Arial"/>
              </a:defRPr>
            </a:lvl7pPr>
            <a:lvl8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lt1"/>
                </a:solidFill>
                <a:latin typeface="Arial"/>
                <a:ea typeface="Arial"/>
                <a:cs typeface="Arial"/>
              </a:defRPr>
            </a:lvl8pPr>
            <a:lvl9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lt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</a:p>
        </p:txBody>
      </p:sp>
      <p:sp>
        <p:nvSpPr>
          <p:cNvPr id="72" name="Google Shape;72;p18">
            <a:extLst xmlns:a="http://schemas.openxmlformats.org/drawingml/2006/main">
              <a:ext uri="{FF2B5EF4-FFF2-40B4-BE49-F238E27FC236}">
                <a16:creationId xmlns:a16="http://schemas.microsoft.com/office/drawing/2014/main" id="{12E91EF1-E71E-4817-85A9-793524FDB7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0" y="6761481"/>
            <a:ext cx="12178800" cy="9652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4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pic>
        <p:nvPicPr>
          <p:cNvPr id="73" name="Google Shape;73;p18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078953c1ffab4960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10897966" y="362285"/>
            <a:ext cx="835200" cy="4176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</p:cSld>
</p:sldLayout>
</file>

<file path=ppt/slideLayouts/slideLayout11.xml><?xml version="1.0" encoding="utf-8"?>
<p:sldLayout xmlns:p="http://schemas.openxmlformats.org/presentationml/2006/main" showMasterSp="0" matchingName="1_Headline only Teal">
  <p:cSld name="1_Headline only Teal">
    <p:bg>
      <p:bgPr>
        <a:solidFill xmlns:a="http://schemas.openxmlformats.org/drawingml/2006/main">
          <a:schemeClr val="accent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5" name="Google Shape;75;p19">
            <a:extLst xmlns:a="http://schemas.openxmlformats.org/drawingml/2006/main">
              <a:ext uri="{FF2B5EF4-FFF2-40B4-BE49-F238E27FC236}">
                <a16:creationId xmlns:a16="http://schemas.microsoft.com/office/drawing/2014/main" id="{2FCD873B-DA02-43DE-A268-D154CC1B677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59999" y="360000"/>
            <a:ext cx="9000000" cy="90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FFFFFF"/>
                </a:solidFill>
              </a:defRPr>
            </a:lvl1pPr>
            <a:lvl2pPr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None/>
              <a:defRPr/>
            </a:lvl2pPr>
            <a:lvl3pPr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None/>
              <a:defRPr/>
            </a:lvl3pPr>
            <a:lvl4pPr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None/>
              <a:defRPr/>
            </a:lvl4pPr>
            <a:lvl5pPr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None/>
              <a:defRPr/>
            </a:lvl5pPr>
            <a:lvl6pPr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None/>
              <a:defRPr/>
            </a:lvl6pPr>
            <a:lvl7pPr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None/>
              <a:defRPr/>
            </a:lvl7pPr>
            <a:lvl8pPr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None/>
              <a:defRPr/>
            </a:lvl8pPr>
            <a:lvl9pPr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76" name="Google Shape;76;p19">
            <a:extLst xmlns:a="http://schemas.openxmlformats.org/drawingml/2006/main">
              <a:ext uri="{FF2B5EF4-FFF2-40B4-BE49-F238E27FC236}">
                <a16:creationId xmlns:a16="http://schemas.microsoft.com/office/drawing/2014/main" id="{213AF681-0958-44E0-BCBD-F547A55EAC71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11574470" y="6480000"/>
            <a:ext cx="157094" cy="1538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spAutoFit/>
          </a:bodyPr>
          <a:lstStyle xmlns:a="http://schemas.openxmlformats.org/drawingml/2006/main">
            <a:lvl1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lt1"/>
                </a:solidFill>
                <a:latin typeface="Arial"/>
                <a:ea typeface="Arial"/>
                <a:cs typeface="Arial"/>
              </a:defRPr>
            </a:lvl1pPr>
            <a:lvl2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lt1"/>
                </a:solidFill>
                <a:latin typeface="Arial"/>
                <a:ea typeface="Arial"/>
                <a:cs typeface="Arial"/>
              </a:defRPr>
            </a:lvl2pPr>
            <a:lvl3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lt1"/>
                </a:solidFill>
                <a:latin typeface="Arial"/>
                <a:ea typeface="Arial"/>
                <a:cs typeface="Arial"/>
              </a:defRPr>
            </a:lvl3pPr>
            <a:lvl4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lt1"/>
                </a:solidFill>
                <a:latin typeface="Arial"/>
                <a:ea typeface="Arial"/>
                <a:cs typeface="Arial"/>
              </a:defRPr>
            </a:lvl4pPr>
            <a:lvl5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lt1"/>
                </a:solidFill>
                <a:latin typeface="Arial"/>
                <a:ea typeface="Arial"/>
                <a:cs typeface="Arial"/>
              </a:defRPr>
            </a:lvl5pPr>
            <a:lvl6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lt1"/>
                </a:solidFill>
                <a:latin typeface="Arial"/>
                <a:ea typeface="Arial"/>
                <a:cs typeface="Arial"/>
              </a:defRPr>
            </a:lvl6pPr>
            <a:lvl7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lt1"/>
                </a:solidFill>
                <a:latin typeface="Arial"/>
                <a:ea typeface="Arial"/>
                <a:cs typeface="Arial"/>
              </a:defRPr>
            </a:lvl7pPr>
            <a:lvl8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lt1"/>
                </a:solidFill>
                <a:latin typeface="Arial"/>
                <a:ea typeface="Arial"/>
                <a:cs typeface="Arial"/>
              </a:defRPr>
            </a:lvl8pPr>
            <a:lvl9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lt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</a:p>
        </p:txBody>
      </p:sp>
      <p:sp>
        <p:nvSpPr>
          <p:cNvPr id="77" name="Google Shape;77;p19">
            <a:extLst xmlns:a="http://schemas.openxmlformats.org/drawingml/2006/main">
              <a:ext uri="{FF2B5EF4-FFF2-40B4-BE49-F238E27FC236}">
                <a16:creationId xmlns:a16="http://schemas.microsoft.com/office/drawing/2014/main" id="{F565CAFE-4987-49E0-8EC3-FD2C6576F4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0" y="6761481"/>
            <a:ext cx="12178800" cy="9652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2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pic>
        <p:nvPicPr>
          <p:cNvPr id="78" name="Google Shape;78;p19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ac9305b37f3148a4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10897966" y="362285"/>
            <a:ext cx="835200" cy="4176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</p:cSld>
</p:sldLayout>
</file>

<file path=ppt/slideLayouts/slideLayout12.xml><?xml version="1.0" encoding="utf-8"?>
<p:sldLayout xmlns:p="http://schemas.openxmlformats.org/presentationml/2006/main" showMasterSp="0" matchingName="Comparison">
  <p:cSld name="Comparison">
    <p:bg>
      <p:bgPr>
        <a:solidFill xmlns:a="http://schemas.openxmlformats.org/drawingml/2006/main">
          <a:schemeClr val="accent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" name="Google Shape;80;p2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02ebe73c0d8b4271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0" y="0"/>
            <a:ext cx="7567885" cy="68580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81" name="Google Shape;81;p20">
            <a:extLst xmlns:a="http://schemas.openxmlformats.org/drawingml/2006/main">
              <a:ext uri="{FF2B5EF4-FFF2-40B4-BE49-F238E27FC236}">
                <a16:creationId xmlns:a16="http://schemas.microsoft.com/office/drawing/2014/main" id="{66DE4875-7701-4FD6-866F-740BADD83B9D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11574470" y="6480000"/>
            <a:ext cx="157094" cy="1538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spAutoFit/>
          </a:bodyPr>
          <a:lstStyle xmlns:a="http://schemas.openxmlformats.org/drawingml/2006/main">
            <a:lvl1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lt1"/>
                </a:solidFill>
                <a:latin typeface="Arial"/>
                <a:ea typeface="Arial"/>
                <a:cs typeface="Arial"/>
              </a:defRPr>
            </a:lvl1pPr>
            <a:lvl2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lt1"/>
                </a:solidFill>
                <a:latin typeface="Arial"/>
                <a:ea typeface="Arial"/>
                <a:cs typeface="Arial"/>
              </a:defRPr>
            </a:lvl2pPr>
            <a:lvl3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lt1"/>
                </a:solidFill>
                <a:latin typeface="Arial"/>
                <a:ea typeface="Arial"/>
                <a:cs typeface="Arial"/>
              </a:defRPr>
            </a:lvl3pPr>
            <a:lvl4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lt1"/>
                </a:solidFill>
                <a:latin typeface="Arial"/>
                <a:ea typeface="Arial"/>
                <a:cs typeface="Arial"/>
              </a:defRPr>
            </a:lvl4pPr>
            <a:lvl5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lt1"/>
                </a:solidFill>
                <a:latin typeface="Arial"/>
                <a:ea typeface="Arial"/>
                <a:cs typeface="Arial"/>
              </a:defRPr>
            </a:lvl5pPr>
            <a:lvl6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lt1"/>
                </a:solidFill>
                <a:latin typeface="Arial"/>
                <a:ea typeface="Arial"/>
                <a:cs typeface="Arial"/>
              </a:defRPr>
            </a:lvl6pPr>
            <a:lvl7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lt1"/>
                </a:solidFill>
                <a:latin typeface="Arial"/>
                <a:ea typeface="Arial"/>
                <a:cs typeface="Arial"/>
              </a:defRPr>
            </a:lvl7pPr>
            <a:lvl8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lt1"/>
                </a:solidFill>
                <a:latin typeface="Arial"/>
                <a:ea typeface="Arial"/>
                <a:cs typeface="Arial"/>
              </a:defRPr>
            </a:lvl8pPr>
            <a:lvl9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lt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</a:p>
        </p:txBody>
      </p:sp>
      <p:sp>
        <p:nvSpPr>
          <p:cNvPr id="82" name="Google Shape;82;p20">
            <a:extLst xmlns:a="http://schemas.openxmlformats.org/drawingml/2006/main">
              <a:ext uri="{FF2B5EF4-FFF2-40B4-BE49-F238E27FC236}">
                <a16:creationId xmlns:a16="http://schemas.microsoft.com/office/drawing/2014/main" id="{2302A3BF-0E3A-46C0-967A-88579A82874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59999" y="1674394"/>
            <a:ext cx="5040000" cy="90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solidFill>
                  <a:schemeClr val="dk1"/>
                </a:solidFill>
              </a:defRPr>
            </a:lvl1pPr>
            <a:lvl2pPr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None/>
              <a:defRPr/>
            </a:lvl2pPr>
            <a:lvl3pPr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None/>
              <a:defRPr/>
            </a:lvl3pPr>
            <a:lvl4pPr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None/>
              <a:defRPr/>
            </a:lvl4pPr>
            <a:lvl5pPr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None/>
              <a:defRPr/>
            </a:lvl5pPr>
            <a:lvl6pPr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None/>
              <a:defRPr/>
            </a:lvl6pPr>
            <a:lvl7pPr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None/>
              <a:defRPr/>
            </a:lvl7pPr>
            <a:lvl8pPr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None/>
              <a:defRPr/>
            </a:lvl8pPr>
            <a:lvl9pPr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83" name="Google Shape;83;p20">
            <a:extLst xmlns:a="http://schemas.openxmlformats.org/drawingml/2006/main">
              <a:ext uri="{FF2B5EF4-FFF2-40B4-BE49-F238E27FC236}">
                <a16:creationId xmlns:a16="http://schemas.microsoft.com/office/drawing/2014/main" id="{AA2CF379-9D5D-495D-987E-8E156EE0260F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480000" y="1674393"/>
            <a:ext cx="5040000" cy="90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>
            <a:lvl1pPr marL="45720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000" b="1" i="0" u="none" cap="none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 marL="914400" indent="-3175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har char="•"/>
              <a:defRPr sz="1400" b="0" i="0" u="none" cap="none">
                <a:solidFill>
                  <a:srgbClr val="007565"/>
                </a:solidFill>
                <a:latin typeface="Arial"/>
                <a:ea typeface="Arial"/>
                <a:cs typeface="Arial"/>
              </a:defRPr>
            </a:lvl2pPr>
            <a:lvl3pPr marL="1371600" indent="-3175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har char="-"/>
              <a:defRPr sz="1400" b="0" i="0" u="none" cap="none">
                <a:solidFill>
                  <a:srgbClr val="007565"/>
                </a:solidFill>
                <a:latin typeface="Arial"/>
                <a:ea typeface="Arial"/>
                <a:cs typeface="Arial"/>
              </a:defRPr>
            </a:lvl3pPr>
            <a:lvl4pPr marL="1828800" indent="-3175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har char="•"/>
              <a:defRPr sz="1400" b="0" i="0" u="none" cap="none">
                <a:solidFill>
                  <a:srgbClr val="007565"/>
                </a:solidFill>
                <a:latin typeface="Arial"/>
                <a:ea typeface="Arial"/>
                <a:cs typeface="Arial"/>
              </a:defRPr>
            </a:lvl4pPr>
            <a:lvl5pPr marL="2286000" indent="-3175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har char="-"/>
              <a:defRPr sz="1400" b="0" i="0" u="none" cap="none">
                <a:solidFill>
                  <a:srgbClr val="007565"/>
                </a:solidFill>
                <a:latin typeface="Arial"/>
                <a:ea typeface="Arial"/>
                <a:cs typeface="Arial"/>
              </a:defRPr>
            </a:lvl5pPr>
            <a:lvl6pPr marL="2743200" indent="-30480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har char="•"/>
              <a:defRPr sz="1200" b="0" i="0" u="none" cap="none">
                <a:solidFill>
                  <a:srgbClr val="007565"/>
                </a:solidFill>
                <a:latin typeface="Arial"/>
                <a:ea typeface="Arial"/>
                <a:cs typeface="Arial"/>
              </a:defRPr>
            </a:lvl6pPr>
            <a:lvl7pPr marL="3200400" indent="-30480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har char="•"/>
              <a:defRPr sz="1200" b="0" i="0" u="none" cap="none">
                <a:solidFill>
                  <a:srgbClr val="007565"/>
                </a:solidFill>
                <a:latin typeface="Arial"/>
                <a:ea typeface="Arial"/>
                <a:cs typeface="Arial"/>
              </a:defRPr>
            </a:lvl7pPr>
            <a:lvl8pPr marL="3657600" indent="-30480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har char="•"/>
              <a:defRPr sz="1200" b="0" i="0" u="none" cap="none">
                <a:solidFill>
                  <a:srgbClr val="007565"/>
                </a:solidFill>
                <a:latin typeface="Arial"/>
                <a:ea typeface="Arial"/>
                <a:cs typeface="Arial"/>
              </a:defRPr>
            </a:lvl8pPr>
            <a:lvl9pPr marL="4114800" indent="-30480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har char="•"/>
              <a:defRPr sz="1200" b="0" i="0" u="none" cap="none">
                <a:solidFill>
                  <a:srgbClr val="00756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/>
        </p:txBody>
      </p:sp>
      <p:sp>
        <p:nvSpPr>
          <p:cNvPr id="84" name="Google Shape;84;p20">
            <a:extLst xmlns:a="http://schemas.openxmlformats.org/drawingml/2006/main">
              <a:ext uri="{FF2B5EF4-FFF2-40B4-BE49-F238E27FC236}">
                <a16:creationId xmlns:a16="http://schemas.microsoft.com/office/drawing/2014/main" id="{93E95892-51E2-45BE-8A14-D0ABE071E0F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80000" y="2834245"/>
            <a:ext cx="5040000" cy="32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>
            <a:lvl1pPr marL="457200" indent="-33528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har char="•"/>
              <a:defRPr sz="1400" b="0" i="0" u="none" cap="none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 marL="914400" indent="-3175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har char="•"/>
              <a:defRPr sz="1400" b="0" i="0" u="none" cap="none">
                <a:solidFill>
                  <a:srgbClr val="007565"/>
                </a:solidFill>
                <a:latin typeface="Arial"/>
                <a:ea typeface="Arial"/>
                <a:cs typeface="Arial"/>
              </a:defRPr>
            </a:lvl2pPr>
            <a:lvl3pPr marL="1371600" indent="-3175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har char="-"/>
              <a:defRPr sz="1400" b="0" i="0" u="none" cap="none">
                <a:solidFill>
                  <a:srgbClr val="007565"/>
                </a:solidFill>
                <a:latin typeface="Arial"/>
                <a:ea typeface="Arial"/>
                <a:cs typeface="Arial"/>
              </a:defRPr>
            </a:lvl3pPr>
            <a:lvl4pPr marL="1828800" indent="-3175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har char="•"/>
              <a:defRPr sz="1400" b="0" i="0" u="none" cap="none">
                <a:solidFill>
                  <a:srgbClr val="007565"/>
                </a:solidFill>
                <a:latin typeface="Arial"/>
                <a:ea typeface="Arial"/>
                <a:cs typeface="Arial"/>
              </a:defRPr>
            </a:lvl4pPr>
            <a:lvl5pPr marL="2286000" indent="-3175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har char="-"/>
              <a:defRPr sz="1400" b="0" i="0" u="none" cap="none">
                <a:solidFill>
                  <a:srgbClr val="007565"/>
                </a:solidFill>
                <a:latin typeface="Arial"/>
                <a:ea typeface="Arial"/>
                <a:cs typeface="Arial"/>
              </a:defRPr>
            </a:lvl5pPr>
            <a:lvl6pPr marL="2743200" indent="-30480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har char="•"/>
              <a:defRPr sz="1200" b="0" i="0" u="none" cap="none">
                <a:solidFill>
                  <a:srgbClr val="007565"/>
                </a:solidFill>
                <a:latin typeface="Arial"/>
                <a:ea typeface="Arial"/>
                <a:cs typeface="Arial"/>
              </a:defRPr>
            </a:lvl6pPr>
            <a:lvl7pPr marL="3200400" indent="-30480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har char="•"/>
              <a:defRPr sz="1200" b="0" i="0" u="none" cap="none">
                <a:solidFill>
                  <a:srgbClr val="007565"/>
                </a:solidFill>
                <a:latin typeface="Arial"/>
                <a:ea typeface="Arial"/>
                <a:cs typeface="Arial"/>
              </a:defRPr>
            </a:lvl7pPr>
            <a:lvl8pPr marL="3657600" indent="-30480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har char="•"/>
              <a:defRPr sz="1200" b="0" i="0" u="none" cap="none">
                <a:solidFill>
                  <a:srgbClr val="007565"/>
                </a:solidFill>
                <a:latin typeface="Arial"/>
                <a:ea typeface="Arial"/>
                <a:cs typeface="Arial"/>
              </a:defRPr>
            </a:lvl8pPr>
            <a:lvl9pPr marL="4114800" indent="-30480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har char="•"/>
              <a:defRPr sz="1200" b="0" i="0" u="none" cap="none">
                <a:solidFill>
                  <a:srgbClr val="00756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/>
        </p:txBody>
      </p:sp>
      <p:sp>
        <p:nvSpPr>
          <p:cNvPr id="85" name="Google Shape;85;p20">
            <a:extLst xmlns:a="http://schemas.openxmlformats.org/drawingml/2006/main">
              <a:ext uri="{FF2B5EF4-FFF2-40B4-BE49-F238E27FC236}">
                <a16:creationId xmlns:a16="http://schemas.microsoft.com/office/drawing/2014/main" id="{5255EA16-21AB-4607-9B3B-B029D72A5C0C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360000" y="2834245"/>
            <a:ext cx="5040000" cy="32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>
            <a:lvl1pPr marL="457200" indent="-33528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har char="•"/>
              <a:defRPr sz="14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1pPr>
            <a:lvl2pPr marL="914400" indent="-3175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har char="•"/>
              <a:defRPr sz="1400" b="0" i="0" u="none" cap="none">
                <a:solidFill>
                  <a:srgbClr val="007565"/>
                </a:solidFill>
                <a:latin typeface="Arial"/>
                <a:ea typeface="Arial"/>
                <a:cs typeface="Arial"/>
              </a:defRPr>
            </a:lvl2pPr>
            <a:lvl3pPr marL="1371600" indent="-3175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har char="-"/>
              <a:defRPr sz="1400" b="0" i="0" u="none" cap="none">
                <a:solidFill>
                  <a:srgbClr val="007565"/>
                </a:solidFill>
                <a:latin typeface="Arial"/>
                <a:ea typeface="Arial"/>
                <a:cs typeface="Arial"/>
              </a:defRPr>
            </a:lvl3pPr>
            <a:lvl4pPr marL="1828800" indent="-3175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har char="•"/>
              <a:defRPr sz="1400" b="0" i="0" u="none" cap="none">
                <a:solidFill>
                  <a:srgbClr val="007565"/>
                </a:solidFill>
                <a:latin typeface="Arial"/>
                <a:ea typeface="Arial"/>
                <a:cs typeface="Arial"/>
              </a:defRPr>
            </a:lvl4pPr>
            <a:lvl5pPr marL="2286000" indent="-3175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har char="-"/>
              <a:defRPr sz="1400" b="0" i="0" u="none" cap="none">
                <a:solidFill>
                  <a:srgbClr val="007565"/>
                </a:solidFill>
                <a:latin typeface="Arial"/>
                <a:ea typeface="Arial"/>
                <a:cs typeface="Arial"/>
              </a:defRPr>
            </a:lvl5pPr>
            <a:lvl6pPr marL="2743200" indent="-30480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har char="•"/>
              <a:defRPr sz="1200" b="0" i="0" u="none" cap="none">
                <a:solidFill>
                  <a:srgbClr val="007565"/>
                </a:solidFill>
                <a:latin typeface="Arial"/>
                <a:ea typeface="Arial"/>
                <a:cs typeface="Arial"/>
              </a:defRPr>
            </a:lvl6pPr>
            <a:lvl7pPr marL="3200400" indent="-30480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har char="•"/>
              <a:defRPr sz="1200" b="0" i="0" u="none" cap="none">
                <a:solidFill>
                  <a:srgbClr val="007565"/>
                </a:solidFill>
                <a:latin typeface="Arial"/>
                <a:ea typeface="Arial"/>
                <a:cs typeface="Arial"/>
              </a:defRPr>
            </a:lvl7pPr>
            <a:lvl8pPr marL="3657600" indent="-30480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har char="•"/>
              <a:defRPr sz="1200" b="0" i="0" u="none" cap="none">
                <a:solidFill>
                  <a:srgbClr val="007565"/>
                </a:solidFill>
                <a:latin typeface="Arial"/>
                <a:ea typeface="Arial"/>
                <a:cs typeface="Arial"/>
              </a:defRPr>
            </a:lvl8pPr>
            <a:lvl9pPr marL="4114800" indent="-30480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har char="•"/>
              <a:defRPr sz="1200" b="0" i="0" u="none" cap="none">
                <a:solidFill>
                  <a:srgbClr val="00756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/>
        </p:txBody>
      </p:sp>
      <p:sp>
        <p:nvSpPr>
          <p:cNvPr id="86" name="Google Shape;86;p20">
            <a:extLst xmlns:a="http://schemas.openxmlformats.org/drawingml/2006/main">
              <a:ext uri="{FF2B5EF4-FFF2-40B4-BE49-F238E27FC236}">
                <a16:creationId xmlns:a16="http://schemas.microsoft.com/office/drawing/2014/main" id="{857C159D-300C-4485-B5CB-AB8CC19184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0" y="6761480"/>
            <a:ext cx="12178800" cy="9652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pic>
        <p:nvPicPr>
          <p:cNvPr id="87" name="Google Shape;87;p2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9020e98ab6da4bf4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10897966" y="362285"/>
            <a:ext cx="835200" cy="4176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</p:cSld>
</p:sldLayout>
</file>

<file path=ppt/slideLayouts/slideLayout13.xml><?xml version="1.0" encoding="utf-8"?>
<p:sldLayout xmlns:p="http://schemas.openxmlformats.org/presentationml/2006/main" showMasterSp="0" matchingName="Quote Slide">
  <p:cSld name="Quote Slide">
    <p:bg>
      <p:bgPr>
        <a:solidFill xmlns:a="http://schemas.openxmlformats.org/drawingml/2006/main">
          <a:schemeClr val="accent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9" name="Google Shape;89;p21">
            <a:extLst xmlns:a="http://schemas.openxmlformats.org/drawingml/2006/main">
              <a:ext uri="{FF2B5EF4-FFF2-40B4-BE49-F238E27FC236}">
                <a16:creationId xmlns:a16="http://schemas.microsoft.com/office/drawing/2014/main" id="{18A65E07-4109-4BDA-B15E-BFA0211537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4946" y="4955133"/>
            <a:ext cx="2120057" cy="1"/>
          </a:xfrm>
          <a:custGeom xmlns:a="http://schemas.openxmlformats.org/drawingml/2006/main">
            <a:rect l="l" t="t" r="r" b="b"/>
            <a:pathLst>
              <a:path w="21600" h="120000">
                <a:moveTo>
                  <a:pt x="0" y="0"/>
                </a:moveTo>
                <a:lnTo>
                  <a:pt x="21600" y="0"/>
                </a:lnTo>
                <a:lnTo>
                  <a:pt x="21600" y="0"/>
                </a:lnTo>
                <a:lnTo>
                  <a:pt x="0" y="0"/>
                </a:lnTo>
                <a:close/>
              </a:path>
            </a:pathLst>
          </a:cu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5714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i="0" u="none" cap="none">
                <a:solidFill>
                  <a:srgbClr val="B40000"/>
                </a:solidFill>
                <a:latin typeface="Arial"/>
                <a:ea typeface="Arial"/>
                <a:cs typeface="Arial"/>
              </a:rPr>
              <a:t> </a:t>
            </a:r>
          </a:p>
        </p:txBody>
      </p:sp>
      <p:sp>
        <p:nvSpPr>
          <p:cNvPr id="90" name="Google Shape;90;p21">
            <a:extLst xmlns:a="http://schemas.openxmlformats.org/drawingml/2006/main">
              <a:ext uri="{FF2B5EF4-FFF2-40B4-BE49-F238E27FC236}">
                <a16:creationId xmlns:a16="http://schemas.microsoft.com/office/drawing/2014/main" id="{73C727C6-CD4D-437D-94A8-0EDB6943B3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3734" y="2179914"/>
            <a:ext cx="239177" cy="32742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800" b="1" i="0" u="none" cap="none">
                <a:solidFill>
                  <a:schemeClr val="lt1"/>
                </a:solidFill>
                <a:latin typeface="Arial"/>
                <a:ea typeface="Arial"/>
                <a:cs typeface="Arial"/>
              </a:rPr>
              <a:t>“</a:t>
            </a:r>
          </a:p>
        </p:txBody>
      </p:sp>
      <p:sp>
        <p:nvSpPr>
          <p:cNvPr id="91" name="Google Shape;91;p21">
            <a:extLst xmlns:a="http://schemas.openxmlformats.org/drawingml/2006/main">
              <a:ext uri="{FF2B5EF4-FFF2-40B4-BE49-F238E27FC236}">
                <a16:creationId xmlns:a16="http://schemas.microsoft.com/office/drawing/2014/main" id="{02E346EF-DC78-47F3-BA5D-C65A7387D0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529" y="190499"/>
            <a:ext cx="11848241" cy="64770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 cmpd="sng">
            <a:solidFill>
              <a:schemeClr val="lt1"/>
            </a:solidFill>
            <a:prstDash val="solid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92" name="Google Shape;92;p21">
            <a:extLst xmlns:a="http://schemas.openxmlformats.org/drawingml/2006/main">
              <a:ext uri="{FF2B5EF4-FFF2-40B4-BE49-F238E27FC236}">
                <a16:creationId xmlns:a16="http://schemas.microsoft.com/office/drawing/2014/main" id="{90FE3C3F-5F61-4FBD-B3E6-41EB89916C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10800000" flipH="1">
            <a:off x="9366432" y="5569929"/>
            <a:ext cx="505472" cy="50547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A2B3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93" name="Google Shape;93;p21">
            <a:extLst xmlns:a="http://schemas.openxmlformats.org/drawingml/2006/main">
              <a:ext uri="{FF2B5EF4-FFF2-40B4-BE49-F238E27FC236}">
                <a16:creationId xmlns:a16="http://schemas.microsoft.com/office/drawing/2014/main" id="{00D5DBC8-8729-4EB2-8569-816DC4D1DE3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591200" y="2187168"/>
            <a:ext cx="8405525" cy="19773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800">
                <a:solidFill>
                  <a:srgbClr val="FFFFFF"/>
                </a:solidFill>
              </a:defRPr>
            </a:lvl1pPr>
            <a:lvl2pPr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None/>
              <a:defRPr/>
            </a:lvl2pPr>
            <a:lvl3pPr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None/>
              <a:defRPr/>
            </a:lvl3pPr>
            <a:lvl4pPr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None/>
              <a:defRPr/>
            </a:lvl4pPr>
            <a:lvl5pPr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None/>
              <a:defRPr/>
            </a:lvl5pPr>
            <a:lvl6pPr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None/>
              <a:defRPr/>
            </a:lvl6pPr>
            <a:lvl7pPr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None/>
              <a:defRPr/>
            </a:lvl7pPr>
            <a:lvl8pPr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None/>
              <a:defRPr/>
            </a:lvl8pPr>
            <a:lvl9pPr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94" name="Google Shape;94;p21">
            <a:extLst xmlns:a="http://schemas.openxmlformats.org/drawingml/2006/main">
              <a:ext uri="{FF2B5EF4-FFF2-40B4-BE49-F238E27FC236}">
                <a16:creationId xmlns:a16="http://schemas.microsoft.com/office/drawing/2014/main" id="{04CEB491-2245-447F-A806-183401B8940A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1591200" y="4421963"/>
            <a:ext cx="7025229" cy="83551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>
            <a:lvl1pPr marL="45720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600" b="1" i="0" u="none" cap="none">
                <a:solidFill>
                  <a:schemeClr val="lt1"/>
                </a:solidFill>
                <a:latin typeface="Arial"/>
                <a:ea typeface="Arial"/>
                <a:cs typeface="Arial"/>
              </a:defRPr>
            </a:lvl1pPr>
            <a:lvl2pPr marL="91440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600" b="1" i="0" u="none" cap="none">
                <a:solidFill>
                  <a:schemeClr val="lt2"/>
                </a:solidFill>
                <a:latin typeface="Arial"/>
                <a:ea typeface="Arial"/>
                <a:cs typeface="Arial"/>
              </a:defRPr>
            </a:lvl2pPr>
            <a:lvl3pPr marL="137160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600" b="0" i="0" u="none" cap="none">
                <a:solidFill>
                  <a:schemeClr val="lt2"/>
                </a:solidFill>
                <a:latin typeface="Arial"/>
                <a:ea typeface="Arial"/>
                <a:cs typeface="Arial"/>
              </a:defRPr>
            </a:lvl3pPr>
            <a:lvl4pPr marL="1828800" indent="-3175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har char="•"/>
              <a:defRPr sz="1400" b="0" i="0" u="none" cap="none">
                <a:solidFill>
                  <a:srgbClr val="007565"/>
                </a:solidFill>
                <a:latin typeface="Arial"/>
                <a:ea typeface="Arial"/>
                <a:cs typeface="Arial"/>
              </a:defRPr>
            </a:lvl4pPr>
            <a:lvl5pPr marL="2286000" indent="-3175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har char="-"/>
              <a:defRPr sz="1400" b="0" i="0" u="none" cap="none">
                <a:solidFill>
                  <a:srgbClr val="007565"/>
                </a:solidFill>
                <a:latin typeface="Arial"/>
                <a:ea typeface="Arial"/>
                <a:cs typeface="Arial"/>
              </a:defRPr>
            </a:lvl5pPr>
            <a:lvl6pPr marL="2743200" indent="-30480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har char="•"/>
              <a:defRPr sz="1200" b="0" i="0" u="none" cap="none">
                <a:solidFill>
                  <a:srgbClr val="007565"/>
                </a:solidFill>
                <a:latin typeface="Arial"/>
                <a:ea typeface="Arial"/>
                <a:cs typeface="Arial"/>
              </a:defRPr>
            </a:lvl6pPr>
            <a:lvl7pPr marL="3200400" indent="-30480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har char="•"/>
              <a:defRPr sz="1200" b="0" i="0" u="none" cap="none">
                <a:solidFill>
                  <a:srgbClr val="007565"/>
                </a:solidFill>
                <a:latin typeface="Arial"/>
                <a:ea typeface="Arial"/>
                <a:cs typeface="Arial"/>
              </a:defRPr>
            </a:lvl7pPr>
            <a:lvl8pPr marL="3657600" indent="-30480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har char="•"/>
              <a:defRPr sz="1200" b="0" i="0" u="none" cap="none">
                <a:solidFill>
                  <a:srgbClr val="007565"/>
                </a:solidFill>
                <a:latin typeface="Arial"/>
                <a:ea typeface="Arial"/>
                <a:cs typeface="Arial"/>
              </a:defRPr>
            </a:lvl8pPr>
            <a:lvl9pPr marL="4114800" indent="-30480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har char="•"/>
              <a:defRPr sz="1200" b="0" i="0" u="none" cap="none">
                <a:solidFill>
                  <a:srgbClr val="00756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/>
        </p:txBody>
      </p:sp>
      <p:pic>
        <p:nvPicPr>
          <p:cNvPr id="95" name="Google Shape;95;p21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2331d3d59bcf4c57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9374886" y="5067046"/>
            <a:ext cx="2006600" cy="10033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96" name="Google Shape;96;p21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87a5e6772eb9445a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10897966" y="362285"/>
            <a:ext cx="835200" cy="4176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</p:cSld>
</p:sldLayout>
</file>

<file path=ppt/slideLayouts/slideLayout14.xml><?xml version="1.0" encoding="utf-8"?>
<p:sldLayout xmlns:p="http://schemas.openxmlformats.org/presentationml/2006/main" matchingName="Content with photo">
  <p:cSld name="Content with photo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8" name="Google Shape;98;p22">
            <a:extLst xmlns:a="http://schemas.openxmlformats.org/drawingml/2006/main">
              <a:ext uri="{FF2B5EF4-FFF2-40B4-BE49-F238E27FC236}">
                <a16:creationId xmlns:a16="http://schemas.microsoft.com/office/drawing/2014/main" id="{6598BCA6-9529-4F0E-8312-7C776CAB23D7}"/>
              </a:ext>
            </a:extLst>
          </p:cNvPr>
          <p:cNvSpPr>
            <a:spLocks xmlns:a="http://schemas.openxmlformats.org/drawingml/2006/main" noGrp="1"/>
          </p:cNvSpPr>
          <p:nvPr>
            <p:ph type="pic" idx="2"/>
          </p:nvPr>
        </p:nvSpPr>
        <p:spPr>
          <a:xfrm xmlns:a="http://schemas.openxmlformats.org/drawingml/2006/main">
            <a:off x="7937500" y="1447601"/>
            <a:ext cx="4241800" cy="541039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</p:sp>
      <p:sp>
        <p:nvSpPr>
          <p:cNvPr id="99" name="Google Shape;99;p22">
            <a:extLst xmlns:a="http://schemas.openxmlformats.org/drawingml/2006/main">
              <a:ext uri="{FF2B5EF4-FFF2-40B4-BE49-F238E27FC236}">
                <a16:creationId xmlns:a16="http://schemas.microsoft.com/office/drawing/2014/main" id="{77DFE4BB-8597-421C-A1A7-43673938533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59999" y="360000"/>
            <a:ext cx="9000000" cy="90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1"/>
                </a:solidFill>
              </a:defRPr>
            </a:lvl1pPr>
            <a:lvl2pPr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None/>
              <a:defRPr/>
            </a:lvl2pPr>
            <a:lvl3pPr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None/>
              <a:defRPr/>
            </a:lvl3pPr>
            <a:lvl4pPr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None/>
              <a:defRPr/>
            </a:lvl4pPr>
            <a:lvl5pPr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None/>
              <a:defRPr/>
            </a:lvl5pPr>
            <a:lvl6pPr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None/>
              <a:defRPr/>
            </a:lvl6pPr>
            <a:lvl7pPr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None/>
              <a:defRPr/>
            </a:lvl7pPr>
            <a:lvl8pPr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None/>
              <a:defRPr/>
            </a:lvl8pPr>
            <a:lvl9pPr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100" name="Google Shape;100;p22">
            <a:extLst xmlns:a="http://schemas.openxmlformats.org/drawingml/2006/main">
              <a:ext uri="{FF2B5EF4-FFF2-40B4-BE49-F238E27FC236}">
                <a16:creationId xmlns:a16="http://schemas.microsoft.com/office/drawing/2014/main" id="{8F58BBE0-320B-4F17-8041-2551A164FDB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11574470" y="6480000"/>
            <a:ext cx="157094" cy="1538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spAutoFit/>
          </a:bodyPr>
          <a:lstStyle xmlns:a="http://schemas.openxmlformats.org/drawingml/2006/main">
            <a:lvl1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</a:p>
        </p:txBody>
      </p:sp>
      <p:sp>
        <p:nvSpPr>
          <p:cNvPr id="101" name="Google Shape;101;p22">
            <a:extLst xmlns:a="http://schemas.openxmlformats.org/drawingml/2006/main">
              <a:ext uri="{FF2B5EF4-FFF2-40B4-BE49-F238E27FC236}">
                <a16:creationId xmlns:a16="http://schemas.microsoft.com/office/drawing/2014/main" id="{8994D06A-C6C9-4F83-A2F6-ECAA9CF99C7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360000" y="1440000"/>
            <a:ext cx="7200000" cy="3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>
            <a:lvl1pPr marL="45720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1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1pPr>
            <a:lvl2pPr marL="914400" indent="-22860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None/>
              <a:defRPr sz="1200" b="0" i="0" u="none" cap="none">
                <a:solidFill>
                  <a:srgbClr val="172325"/>
                </a:solidFill>
                <a:latin typeface="Arial"/>
                <a:ea typeface="Arial"/>
                <a:cs typeface="Arial"/>
              </a:defRPr>
            </a:lvl2pPr>
            <a:lvl3pPr marL="1371600" indent="-30480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har char="•"/>
              <a:defRPr sz="12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3pPr>
            <a:lvl4pPr marL="1828800" indent="-2286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None/>
              <a:defRPr sz="1400" b="0" i="0" u="none" cap="none">
                <a:solidFill>
                  <a:srgbClr val="172325"/>
                </a:solidFill>
                <a:latin typeface="Arial"/>
                <a:ea typeface="Arial"/>
                <a:cs typeface="Arial"/>
              </a:defRPr>
            </a:lvl4pPr>
            <a:lvl5pPr marL="2286000" indent="-2286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None/>
              <a:defRPr sz="1400" b="0" i="0" u="none" cap="none">
                <a:solidFill>
                  <a:srgbClr val="172325"/>
                </a:solidFill>
                <a:latin typeface="Arial"/>
                <a:ea typeface="Arial"/>
                <a:cs typeface="Arial"/>
              </a:defRPr>
            </a:lvl5pPr>
            <a:lvl6pPr marL="2743200" indent="-30480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har char="•"/>
              <a:defRPr sz="1200" b="0" i="0" u="none" cap="none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 marL="3200400" indent="-30480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har char="•"/>
              <a:defRPr sz="1200" b="0" i="0" u="none" cap="none">
                <a:solidFill>
                  <a:srgbClr val="007565"/>
                </a:solidFill>
                <a:latin typeface="Arial"/>
                <a:ea typeface="Arial"/>
                <a:cs typeface="Arial"/>
              </a:defRPr>
            </a:lvl7pPr>
            <a:lvl8pPr marL="3657600" indent="-30480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har char="•"/>
              <a:defRPr sz="1200" b="0" i="0" u="none" cap="none">
                <a:solidFill>
                  <a:srgbClr val="007565"/>
                </a:solidFill>
                <a:latin typeface="Arial"/>
                <a:ea typeface="Arial"/>
                <a:cs typeface="Arial"/>
              </a:defRPr>
            </a:lvl8pPr>
            <a:lvl9pPr marL="4114800" indent="-30480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har char="•"/>
              <a:defRPr sz="1200" b="0" i="0" u="none" cap="none">
                <a:solidFill>
                  <a:srgbClr val="00756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/>
        </p:txBody>
      </p:sp>
      <p:sp>
        <p:nvSpPr>
          <p:cNvPr id="102" name="Google Shape;102;p22">
            <a:extLst xmlns:a="http://schemas.openxmlformats.org/drawingml/2006/main">
              <a:ext uri="{FF2B5EF4-FFF2-40B4-BE49-F238E27FC236}">
                <a16:creationId xmlns:a16="http://schemas.microsoft.com/office/drawing/2014/main" id="{7055D857-346D-4F8F-BE5E-CBAB7CE77C63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360000" y="1799999"/>
            <a:ext cx="7200000" cy="432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>
            <a:lvl1pPr marL="457200" indent="-2286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None/>
              <a:defRPr sz="18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1pPr>
            <a:lvl2pPr marL="914400" indent="-3175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har char="•"/>
              <a:defRPr sz="14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2pPr>
            <a:lvl3pPr marL="1371600" indent="-3175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har char="-"/>
              <a:defRPr sz="14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3pPr>
            <a:lvl4pPr marL="1828800" indent="-3175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har char="•"/>
              <a:defRPr sz="14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4pPr>
            <a:lvl5pPr marL="2286000" indent="-3175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har char="-"/>
              <a:defRPr sz="14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5pPr>
            <a:lvl6pPr marL="2743200" indent="-30480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har char="•"/>
              <a:defRPr sz="1200" b="0" i="0" u="none" cap="none">
                <a:solidFill>
                  <a:srgbClr val="007565"/>
                </a:solidFill>
                <a:latin typeface="Arial"/>
                <a:ea typeface="Arial"/>
                <a:cs typeface="Arial"/>
              </a:defRPr>
            </a:lvl6pPr>
            <a:lvl7pPr marL="3200400" indent="-30480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har char="•"/>
              <a:defRPr sz="1200" b="0" i="0" u="none" cap="none">
                <a:solidFill>
                  <a:srgbClr val="007565"/>
                </a:solidFill>
                <a:latin typeface="Arial"/>
                <a:ea typeface="Arial"/>
                <a:cs typeface="Arial"/>
              </a:defRPr>
            </a:lvl7pPr>
            <a:lvl8pPr marL="3657600" indent="-30480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har char="•"/>
              <a:defRPr sz="1200" b="0" i="0" u="none" cap="none">
                <a:solidFill>
                  <a:srgbClr val="007565"/>
                </a:solidFill>
                <a:latin typeface="Arial"/>
                <a:ea typeface="Arial"/>
                <a:cs typeface="Arial"/>
              </a:defRPr>
            </a:lvl8pPr>
            <a:lvl9pPr marL="4114800" indent="-30480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har char="•"/>
              <a:defRPr sz="1200" b="0" i="0" u="none" cap="none">
                <a:solidFill>
                  <a:srgbClr val="00756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/>
        </p:txBody>
      </p:sp>
      <p:pic>
        <p:nvPicPr>
          <p:cNvPr id="103" name="Google Shape;103;p22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2a98af44c77f4feb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7937500" y="3935445"/>
            <a:ext cx="965200" cy="9652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104" name="Google Shape;104;p22">
            <a:extLst xmlns:a="http://schemas.openxmlformats.org/drawingml/2006/main">
              <a:ext uri="{FF2B5EF4-FFF2-40B4-BE49-F238E27FC236}">
                <a16:creationId xmlns:a16="http://schemas.microsoft.com/office/drawing/2014/main" id="{146B7FEC-052F-4E4E-ACD4-80447C13B897}"/>
              </a:ext>
            </a:extLst>
          </p:cNvPr>
          <p:cNvSpPr>
            <a:spLocks xmlns:a="http://schemas.openxmlformats.org/drawingml/2006/main" noGrp="1"/>
          </p:cNvSpPr>
          <p:nvPr>
            <p:ph type="body" idx="4"/>
          </p:nvPr>
        </p:nvSpPr>
        <p:spPr>
          <a:xfrm xmlns:a="http://schemas.openxmlformats.org/drawingml/2006/main">
            <a:off x="2793987" y="4888595"/>
            <a:ext cx="6980036" cy="196940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F2FF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317500" tIns="317500" rIns="317500" bIns="317500" anchor="t">
            <a:noAutofit/>
          </a:bodyPr>
          <a:lstStyle xmlns:a="http://schemas.openxmlformats.org/drawingml/2006/main">
            <a:lvl1pPr marL="457200" indent="-228600" algn="l">
              <a:lnSpc>
                <a:spcPct val="115789"/>
              </a:lnSpc>
              <a:spcBef>
                <a:spcPts val="0"/>
              </a:spcBef>
              <a:spcAft>
                <a:spcPts val="0"/>
              </a:spcAft>
              <a:buNone/>
              <a:defRPr sz="1900" b="1" i="0" u="none" cap="none">
                <a:solidFill>
                  <a:schemeClr val="accent1"/>
                </a:solidFill>
                <a:latin typeface="Arial"/>
                <a:ea typeface="Arial"/>
                <a:cs typeface="Arial"/>
              </a:defRPr>
            </a:lvl1pPr>
            <a:lvl2pPr marL="914400" indent="-3175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har char="•"/>
              <a:defRPr sz="1400" b="0" i="0" u="none" cap="none">
                <a:solidFill>
                  <a:srgbClr val="007565"/>
                </a:solidFill>
                <a:latin typeface="Arial"/>
                <a:ea typeface="Arial"/>
                <a:cs typeface="Arial"/>
              </a:defRPr>
            </a:lvl2pPr>
            <a:lvl3pPr marL="1371600" indent="-3175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har char="-"/>
              <a:defRPr sz="1400" b="0" i="0" u="none" cap="none">
                <a:solidFill>
                  <a:srgbClr val="007565"/>
                </a:solidFill>
                <a:latin typeface="Arial"/>
                <a:ea typeface="Arial"/>
                <a:cs typeface="Arial"/>
              </a:defRPr>
            </a:lvl3pPr>
            <a:lvl4pPr marL="1828800" indent="-3175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har char="•"/>
              <a:defRPr sz="1400" b="0" i="0" u="none" cap="none">
                <a:solidFill>
                  <a:srgbClr val="007565"/>
                </a:solidFill>
                <a:latin typeface="Arial"/>
                <a:ea typeface="Arial"/>
                <a:cs typeface="Arial"/>
              </a:defRPr>
            </a:lvl4pPr>
            <a:lvl5pPr marL="2286000" indent="-3175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har char="-"/>
              <a:defRPr sz="1400" b="0" i="0" u="none" cap="none">
                <a:solidFill>
                  <a:srgbClr val="007565"/>
                </a:solidFill>
                <a:latin typeface="Arial"/>
                <a:ea typeface="Arial"/>
                <a:cs typeface="Arial"/>
              </a:defRPr>
            </a:lvl5pPr>
            <a:lvl6pPr marL="2743200" indent="-30480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har char="•"/>
              <a:defRPr sz="1200" b="0" i="0" u="none" cap="none">
                <a:solidFill>
                  <a:srgbClr val="007565"/>
                </a:solidFill>
                <a:latin typeface="Arial"/>
                <a:ea typeface="Arial"/>
                <a:cs typeface="Arial"/>
              </a:defRPr>
            </a:lvl6pPr>
            <a:lvl7pPr marL="3200400" indent="-30480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har char="•"/>
              <a:defRPr sz="1200" b="0" i="0" u="none" cap="none">
                <a:solidFill>
                  <a:srgbClr val="007565"/>
                </a:solidFill>
                <a:latin typeface="Arial"/>
                <a:ea typeface="Arial"/>
                <a:cs typeface="Arial"/>
              </a:defRPr>
            </a:lvl7pPr>
            <a:lvl8pPr marL="3657600" indent="-30480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har char="•"/>
              <a:defRPr sz="1200" b="0" i="0" u="none" cap="none">
                <a:solidFill>
                  <a:srgbClr val="007565"/>
                </a:solidFill>
                <a:latin typeface="Arial"/>
                <a:ea typeface="Arial"/>
                <a:cs typeface="Arial"/>
              </a:defRPr>
            </a:lvl8pPr>
            <a:lvl9pPr marL="4114800" indent="-30480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har char="•"/>
              <a:defRPr sz="1200" b="0" i="0" u="none" cap="none">
                <a:solidFill>
                  <a:srgbClr val="00756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/>
        </p:txBody>
      </p:sp>
      <p:sp>
        <p:nvSpPr>
          <p:cNvPr id="105" name="Google Shape;105;p22">
            <a:extLst xmlns:a="http://schemas.openxmlformats.org/drawingml/2006/main">
              <a:ext uri="{FF2B5EF4-FFF2-40B4-BE49-F238E27FC236}">
                <a16:creationId xmlns:a16="http://schemas.microsoft.com/office/drawing/2014/main" id="{CA2CD0E5-C939-40AA-A6AA-B2C279460C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0" y="6761480"/>
            <a:ext cx="12178800" cy="9652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</p:spTree>
  </p:cSld>
</p:sldLayout>
</file>

<file path=ppt/slideLayouts/slideLayout15.xml><?xml version="1.0" encoding="utf-8"?>
<p:sldLayout xmlns:p="http://schemas.openxmlformats.org/presentationml/2006/main" showMasterSp="0" matchingName="TOC Slide 4">
  <p:cSld name="TOC Slide 4">
    <p:bg>
      <p:bgPr>
        <a:solidFill xmlns:a="http://schemas.openxmlformats.org/drawingml/2006/main">
          <a:schemeClr val="accent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7" name="Google Shape;107;p23">
            <a:extLst xmlns:a="http://schemas.openxmlformats.org/drawingml/2006/main">
              <a:ext uri="{FF2B5EF4-FFF2-40B4-BE49-F238E27FC236}">
                <a16:creationId xmlns:a16="http://schemas.microsoft.com/office/drawing/2014/main" id="{3C78CA81-E534-4288-8DDC-E8ACE311781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59999" y="360000"/>
            <a:ext cx="9000000" cy="90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1pPr>
            <a:lvl2pPr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None/>
              <a:defRPr/>
            </a:lvl2pPr>
            <a:lvl3pPr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None/>
              <a:defRPr/>
            </a:lvl3pPr>
            <a:lvl4pPr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None/>
              <a:defRPr/>
            </a:lvl4pPr>
            <a:lvl5pPr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None/>
              <a:defRPr/>
            </a:lvl5pPr>
            <a:lvl6pPr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None/>
              <a:defRPr/>
            </a:lvl6pPr>
            <a:lvl7pPr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None/>
              <a:defRPr/>
            </a:lvl7pPr>
            <a:lvl8pPr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None/>
              <a:defRPr/>
            </a:lvl8pPr>
            <a:lvl9pPr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108" name="Google Shape;108;p23">
            <a:extLst xmlns:a="http://schemas.openxmlformats.org/drawingml/2006/main">
              <a:ext uri="{FF2B5EF4-FFF2-40B4-BE49-F238E27FC236}">
                <a16:creationId xmlns:a16="http://schemas.microsoft.com/office/drawing/2014/main" id="{1B9F528E-F4F2-4840-9CCB-145042D7B80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11574470" y="6480000"/>
            <a:ext cx="157094" cy="1538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spAutoFit/>
          </a:bodyPr>
          <a:lstStyle xmlns:a="http://schemas.openxmlformats.org/drawingml/2006/main">
            <a:lvl1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</a:p>
        </p:txBody>
      </p:sp>
      <p:sp>
        <p:nvSpPr>
          <p:cNvPr id="109" name="Google Shape;109;p23">
            <a:extLst xmlns:a="http://schemas.openxmlformats.org/drawingml/2006/main">
              <a:ext uri="{FF2B5EF4-FFF2-40B4-BE49-F238E27FC236}">
                <a16:creationId xmlns:a16="http://schemas.microsoft.com/office/drawing/2014/main" id="{18805DFD-876D-46E7-8E4C-5030A8F3B61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360000" y="3445170"/>
            <a:ext cx="2520000" cy="21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>
            <a:lvl1pPr marL="457200" indent="-2286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None/>
              <a:defRPr sz="1800" b="0" i="0" u="none" cap="none">
                <a:solidFill>
                  <a:schemeClr val="lt1"/>
                </a:solidFill>
                <a:latin typeface="Arial"/>
                <a:ea typeface="Arial"/>
                <a:cs typeface="Arial"/>
              </a:defRPr>
            </a:lvl1pPr>
            <a:lvl2pPr marL="914400" indent="-3175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har char="•"/>
              <a:defRPr sz="1400" b="0" i="0" u="none" cap="none">
                <a:solidFill>
                  <a:schemeClr val="lt1"/>
                </a:solidFill>
                <a:latin typeface="Arial"/>
                <a:ea typeface="Arial"/>
                <a:cs typeface="Arial"/>
              </a:defRPr>
            </a:lvl2pPr>
            <a:lvl3pPr marL="1371600" indent="-3175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har char="-"/>
              <a:defRPr sz="1400" b="0" i="0" u="none" cap="none">
                <a:solidFill>
                  <a:schemeClr val="lt1"/>
                </a:solidFill>
                <a:latin typeface="Arial"/>
                <a:ea typeface="Arial"/>
                <a:cs typeface="Arial"/>
              </a:defRPr>
            </a:lvl3pPr>
            <a:lvl4pPr marL="1828800" indent="-3175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har char="•"/>
              <a:defRPr sz="1400" b="0" i="0" u="none" cap="none">
                <a:solidFill>
                  <a:schemeClr val="lt1"/>
                </a:solidFill>
                <a:latin typeface="Arial"/>
                <a:ea typeface="Arial"/>
                <a:cs typeface="Arial"/>
              </a:defRPr>
            </a:lvl4pPr>
            <a:lvl5pPr marL="2286000" indent="-3175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har char="-"/>
              <a:defRPr sz="1400" b="0" i="0" u="none" cap="none">
                <a:solidFill>
                  <a:schemeClr val="lt1"/>
                </a:solidFill>
                <a:latin typeface="Arial"/>
                <a:ea typeface="Arial"/>
                <a:cs typeface="Arial"/>
              </a:defRPr>
            </a:lvl5pPr>
            <a:lvl6pPr marL="2743200" indent="-30480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har char="•"/>
              <a:defRPr sz="1200" b="0" i="0" u="none" cap="none">
                <a:solidFill>
                  <a:srgbClr val="007565"/>
                </a:solidFill>
                <a:latin typeface="Arial"/>
                <a:ea typeface="Arial"/>
                <a:cs typeface="Arial"/>
              </a:defRPr>
            </a:lvl6pPr>
            <a:lvl7pPr marL="3200400" indent="-30480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har char="•"/>
              <a:defRPr sz="1200" b="0" i="0" u="none" cap="none">
                <a:solidFill>
                  <a:srgbClr val="007565"/>
                </a:solidFill>
                <a:latin typeface="Arial"/>
                <a:ea typeface="Arial"/>
                <a:cs typeface="Arial"/>
              </a:defRPr>
            </a:lvl7pPr>
            <a:lvl8pPr marL="3657600" indent="-30480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har char="•"/>
              <a:defRPr sz="1200" b="0" i="0" u="none" cap="none">
                <a:solidFill>
                  <a:srgbClr val="007565"/>
                </a:solidFill>
                <a:latin typeface="Arial"/>
                <a:ea typeface="Arial"/>
                <a:cs typeface="Arial"/>
              </a:defRPr>
            </a:lvl8pPr>
            <a:lvl9pPr marL="4114800" indent="-30480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har char="•"/>
              <a:defRPr sz="1200" b="0" i="0" u="none" cap="none">
                <a:solidFill>
                  <a:srgbClr val="00756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/>
        </p:txBody>
      </p:sp>
      <p:sp>
        <p:nvSpPr>
          <p:cNvPr id="110" name="Google Shape;110;p23">
            <a:extLst xmlns:a="http://schemas.openxmlformats.org/drawingml/2006/main">
              <a:ext uri="{FF2B5EF4-FFF2-40B4-BE49-F238E27FC236}">
                <a16:creationId xmlns:a16="http://schemas.microsoft.com/office/drawing/2014/main" id="{9C7A8580-54DC-4E70-A07E-9EFBB45BC5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0" y="6761481"/>
            <a:ext cx="12178800" cy="9652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2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111" name="Google Shape;111;p23">
            <a:extLst xmlns:a="http://schemas.openxmlformats.org/drawingml/2006/main">
              <a:ext uri="{FF2B5EF4-FFF2-40B4-BE49-F238E27FC236}">
                <a16:creationId xmlns:a16="http://schemas.microsoft.com/office/drawing/2014/main" id="{96E52D86-31B2-46D6-8C49-80E52DE5081B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3229990" y="3445170"/>
            <a:ext cx="2520000" cy="21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>
            <a:lvl1pPr marL="457200" indent="-2286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None/>
              <a:defRPr sz="1800" b="0" i="0" u="none" cap="none">
                <a:solidFill>
                  <a:schemeClr val="lt1"/>
                </a:solidFill>
                <a:latin typeface="Arial"/>
                <a:ea typeface="Arial"/>
                <a:cs typeface="Arial"/>
              </a:defRPr>
            </a:lvl1pPr>
            <a:lvl2pPr marL="914400" indent="-3175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har char="•"/>
              <a:defRPr sz="1400" b="0" i="0" u="none" cap="none">
                <a:solidFill>
                  <a:schemeClr val="lt1"/>
                </a:solidFill>
                <a:latin typeface="Arial"/>
                <a:ea typeface="Arial"/>
                <a:cs typeface="Arial"/>
              </a:defRPr>
            </a:lvl2pPr>
            <a:lvl3pPr marL="1371600" indent="-3175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har char="-"/>
              <a:defRPr sz="1400" b="0" i="0" u="none" cap="none">
                <a:solidFill>
                  <a:schemeClr val="lt1"/>
                </a:solidFill>
                <a:latin typeface="Arial"/>
                <a:ea typeface="Arial"/>
                <a:cs typeface="Arial"/>
              </a:defRPr>
            </a:lvl3pPr>
            <a:lvl4pPr marL="1828800" indent="-3175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har char="•"/>
              <a:defRPr sz="1400" b="0" i="0" u="none" cap="none">
                <a:solidFill>
                  <a:schemeClr val="lt1"/>
                </a:solidFill>
                <a:latin typeface="Arial"/>
                <a:ea typeface="Arial"/>
                <a:cs typeface="Arial"/>
              </a:defRPr>
            </a:lvl4pPr>
            <a:lvl5pPr marL="2286000" indent="-3175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har char="-"/>
              <a:defRPr sz="1400" b="0" i="0" u="none" cap="none">
                <a:solidFill>
                  <a:schemeClr val="lt1"/>
                </a:solidFill>
                <a:latin typeface="Arial"/>
                <a:ea typeface="Arial"/>
                <a:cs typeface="Arial"/>
              </a:defRPr>
            </a:lvl5pPr>
            <a:lvl6pPr marL="2743200" indent="-30480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har char="•"/>
              <a:defRPr sz="1200" b="0" i="0" u="none" cap="none">
                <a:solidFill>
                  <a:srgbClr val="007565"/>
                </a:solidFill>
                <a:latin typeface="Arial"/>
                <a:ea typeface="Arial"/>
                <a:cs typeface="Arial"/>
              </a:defRPr>
            </a:lvl6pPr>
            <a:lvl7pPr marL="3200400" indent="-30480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har char="•"/>
              <a:defRPr sz="1200" b="0" i="0" u="none" cap="none">
                <a:solidFill>
                  <a:srgbClr val="007565"/>
                </a:solidFill>
                <a:latin typeface="Arial"/>
                <a:ea typeface="Arial"/>
                <a:cs typeface="Arial"/>
              </a:defRPr>
            </a:lvl7pPr>
            <a:lvl8pPr marL="3657600" indent="-30480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har char="•"/>
              <a:defRPr sz="1200" b="0" i="0" u="none" cap="none">
                <a:solidFill>
                  <a:srgbClr val="007565"/>
                </a:solidFill>
                <a:latin typeface="Arial"/>
                <a:ea typeface="Arial"/>
                <a:cs typeface="Arial"/>
              </a:defRPr>
            </a:lvl8pPr>
            <a:lvl9pPr marL="4114800" indent="-30480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har char="•"/>
              <a:defRPr sz="1200" b="0" i="0" u="none" cap="none">
                <a:solidFill>
                  <a:srgbClr val="00756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/>
        </p:txBody>
      </p:sp>
      <p:sp>
        <p:nvSpPr>
          <p:cNvPr id="112" name="Google Shape;112;p23">
            <a:extLst xmlns:a="http://schemas.openxmlformats.org/drawingml/2006/main">
              <a:ext uri="{FF2B5EF4-FFF2-40B4-BE49-F238E27FC236}">
                <a16:creationId xmlns:a16="http://schemas.microsoft.com/office/drawing/2014/main" id="{F089F462-0040-49A4-B5C0-DB2231A11735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6099980" y="3445170"/>
            <a:ext cx="2520000" cy="21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>
            <a:lvl1pPr marL="457200" indent="-2286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None/>
              <a:defRPr sz="1800" b="0" i="0" u="none" cap="none">
                <a:solidFill>
                  <a:schemeClr val="lt1"/>
                </a:solidFill>
                <a:latin typeface="Arial"/>
                <a:ea typeface="Arial"/>
                <a:cs typeface="Arial"/>
              </a:defRPr>
            </a:lvl1pPr>
            <a:lvl2pPr marL="914400" indent="-3175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har char="•"/>
              <a:defRPr sz="1400" b="0" i="0" u="none" cap="none">
                <a:solidFill>
                  <a:schemeClr val="lt1"/>
                </a:solidFill>
                <a:latin typeface="Arial"/>
                <a:ea typeface="Arial"/>
                <a:cs typeface="Arial"/>
              </a:defRPr>
            </a:lvl2pPr>
            <a:lvl3pPr marL="1371600" indent="-3175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har char="-"/>
              <a:defRPr sz="1400" b="0" i="0" u="none" cap="none">
                <a:solidFill>
                  <a:schemeClr val="lt1"/>
                </a:solidFill>
                <a:latin typeface="Arial"/>
                <a:ea typeface="Arial"/>
                <a:cs typeface="Arial"/>
              </a:defRPr>
            </a:lvl3pPr>
            <a:lvl4pPr marL="1828800" indent="-3175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har char="•"/>
              <a:defRPr sz="1400" b="0" i="0" u="none" cap="none">
                <a:solidFill>
                  <a:schemeClr val="lt1"/>
                </a:solidFill>
                <a:latin typeface="Arial"/>
                <a:ea typeface="Arial"/>
                <a:cs typeface="Arial"/>
              </a:defRPr>
            </a:lvl4pPr>
            <a:lvl5pPr marL="2286000" indent="-3175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har char="-"/>
              <a:defRPr sz="1400" b="0" i="0" u="none" cap="none">
                <a:solidFill>
                  <a:schemeClr val="lt1"/>
                </a:solidFill>
                <a:latin typeface="Arial"/>
                <a:ea typeface="Arial"/>
                <a:cs typeface="Arial"/>
              </a:defRPr>
            </a:lvl5pPr>
            <a:lvl6pPr marL="2743200" indent="-30480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har char="•"/>
              <a:defRPr sz="1200" b="0" i="0" u="none" cap="none">
                <a:solidFill>
                  <a:srgbClr val="007565"/>
                </a:solidFill>
                <a:latin typeface="Arial"/>
                <a:ea typeface="Arial"/>
                <a:cs typeface="Arial"/>
              </a:defRPr>
            </a:lvl6pPr>
            <a:lvl7pPr marL="3200400" indent="-30480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har char="•"/>
              <a:defRPr sz="1200" b="0" i="0" u="none" cap="none">
                <a:solidFill>
                  <a:srgbClr val="007565"/>
                </a:solidFill>
                <a:latin typeface="Arial"/>
                <a:ea typeface="Arial"/>
                <a:cs typeface="Arial"/>
              </a:defRPr>
            </a:lvl7pPr>
            <a:lvl8pPr marL="3657600" indent="-30480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har char="•"/>
              <a:defRPr sz="1200" b="0" i="0" u="none" cap="none">
                <a:solidFill>
                  <a:srgbClr val="007565"/>
                </a:solidFill>
                <a:latin typeface="Arial"/>
                <a:ea typeface="Arial"/>
                <a:cs typeface="Arial"/>
              </a:defRPr>
            </a:lvl8pPr>
            <a:lvl9pPr marL="4114800" indent="-30480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har char="•"/>
              <a:defRPr sz="1200" b="0" i="0" u="none" cap="none">
                <a:solidFill>
                  <a:srgbClr val="00756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/>
        </p:txBody>
      </p:sp>
      <p:sp>
        <p:nvSpPr>
          <p:cNvPr id="113" name="Google Shape;113;p23">
            <a:extLst xmlns:a="http://schemas.openxmlformats.org/drawingml/2006/main">
              <a:ext uri="{FF2B5EF4-FFF2-40B4-BE49-F238E27FC236}">
                <a16:creationId xmlns:a16="http://schemas.microsoft.com/office/drawing/2014/main" id="{0F2B0077-AF3A-4CDE-9550-29227C7C8F2A}"/>
              </a:ext>
            </a:extLst>
          </p:cNvPr>
          <p:cNvSpPr>
            <a:spLocks xmlns:a="http://schemas.openxmlformats.org/drawingml/2006/main" noGrp="1"/>
          </p:cNvSpPr>
          <p:nvPr>
            <p:ph type="body" idx="4"/>
          </p:nvPr>
        </p:nvSpPr>
        <p:spPr>
          <a:xfrm xmlns:a="http://schemas.openxmlformats.org/drawingml/2006/main">
            <a:off x="8969970" y="3445170"/>
            <a:ext cx="2520000" cy="21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>
            <a:lvl1pPr marL="457200" indent="-2286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None/>
              <a:defRPr sz="1800" b="0" i="0" u="none" cap="none">
                <a:solidFill>
                  <a:schemeClr val="lt1"/>
                </a:solidFill>
                <a:latin typeface="Arial"/>
                <a:ea typeface="Arial"/>
                <a:cs typeface="Arial"/>
              </a:defRPr>
            </a:lvl1pPr>
            <a:lvl2pPr marL="914400" indent="-3175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har char="•"/>
              <a:defRPr sz="1400" b="0" i="0" u="none" cap="none">
                <a:solidFill>
                  <a:schemeClr val="lt1"/>
                </a:solidFill>
                <a:latin typeface="Arial"/>
                <a:ea typeface="Arial"/>
                <a:cs typeface="Arial"/>
              </a:defRPr>
            </a:lvl2pPr>
            <a:lvl3pPr marL="1371600" indent="-3175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har char="-"/>
              <a:defRPr sz="1400" b="0" i="0" u="none" cap="none">
                <a:solidFill>
                  <a:schemeClr val="lt1"/>
                </a:solidFill>
                <a:latin typeface="Arial"/>
                <a:ea typeface="Arial"/>
                <a:cs typeface="Arial"/>
              </a:defRPr>
            </a:lvl3pPr>
            <a:lvl4pPr marL="1828800" indent="-3175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har char="•"/>
              <a:defRPr sz="1400" b="0" i="0" u="none" cap="none">
                <a:solidFill>
                  <a:schemeClr val="lt1"/>
                </a:solidFill>
                <a:latin typeface="Arial"/>
                <a:ea typeface="Arial"/>
                <a:cs typeface="Arial"/>
              </a:defRPr>
            </a:lvl4pPr>
            <a:lvl5pPr marL="2286000" indent="-3175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har char="-"/>
              <a:defRPr sz="1400" b="0" i="0" u="none" cap="none">
                <a:solidFill>
                  <a:schemeClr val="lt1"/>
                </a:solidFill>
                <a:latin typeface="Arial"/>
                <a:ea typeface="Arial"/>
                <a:cs typeface="Arial"/>
              </a:defRPr>
            </a:lvl5pPr>
            <a:lvl6pPr marL="2743200" indent="-30480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har char="•"/>
              <a:defRPr sz="1200" b="0" i="0" u="none" cap="none">
                <a:solidFill>
                  <a:srgbClr val="007565"/>
                </a:solidFill>
                <a:latin typeface="Arial"/>
                <a:ea typeface="Arial"/>
                <a:cs typeface="Arial"/>
              </a:defRPr>
            </a:lvl6pPr>
            <a:lvl7pPr marL="3200400" indent="-30480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har char="•"/>
              <a:defRPr sz="1200" b="0" i="0" u="none" cap="none">
                <a:solidFill>
                  <a:srgbClr val="007565"/>
                </a:solidFill>
                <a:latin typeface="Arial"/>
                <a:ea typeface="Arial"/>
                <a:cs typeface="Arial"/>
              </a:defRPr>
            </a:lvl7pPr>
            <a:lvl8pPr marL="3657600" indent="-30480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har char="•"/>
              <a:defRPr sz="1200" b="0" i="0" u="none" cap="none">
                <a:solidFill>
                  <a:srgbClr val="007565"/>
                </a:solidFill>
                <a:latin typeface="Arial"/>
                <a:ea typeface="Arial"/>
                <a:cs typeface="Arial"/>
              </a:defRPr>
            </a:lvl8pPr>
            <a:lvl9pPr marL="4114800" indent="-30480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har char="•"/>
              <a:defRPr sz="1200" b="0" i="0" u="none" cap="none">
                <a:solidFill>
                  <a:srgbClr val="00756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/>
        </p:txBody>
      </p:sp>
      <p:pic>
        <p:nvPicPr>
          <p:cNvPr id="114" name="Google Shape;114;p23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5d974e49dc53476e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10897966" y="362285"/>
            <a:ext cx="835200" cy="4176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</p:cSld>
</p:sldLayout>
</file>

<file path=ppt/slideLayouts/slideLayout16.xml><?xml version="1.0" encoding="utf-8"?>
<p:sldLayout xmlns:p="http://schemas.openxmlformats.org/presentationml/2006/main" showMasterSp="0" matchingName="TOC Slide 8">
  <p:cSld name="TOC Slide 8">
    <p:bg>
      <p:bgPr>
        <a:solidFill xmlns:a="http://schemas.openxmlformats.org/drawingml/2006/main">
          <a:schemeClr val="accent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6" name="Google Shape;116;p24">
            <a:extLst xmlns:a="http://schemas.openxmlformats.org/drawingml/2006/main">
              <a:ext uri="{FF2B5EF4-FFF2-40B4-BE49-F238E27FC236}">
                <a16:creationId xmlns:a16="http://schemas.microsoft.com/office/drawing/2014/main" id="{D9C2CA1A-72CD-4856-9E1D-E70F3A575B6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59999" y="360000"/>
            <a:ext cx="9000000" cy="90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1pPr>
            <a:lvl2pPr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None/>
              <a:defRPr/>
            </a:lvl2pPr>
            <a:lvl3pPr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None/>
              <a:defRPr/>
            </a:lvl3pPr>
            <a:lvl4pPr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None/>
              <a:defRPr/>
            </a:lvl4pPr>
            <a:lvl5pPr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None/>
              <a:defRPr/>
            </a:lvl5pPr>
            <a:lvl6pPr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None/>
              <a:defRPr/>
            </a:lvl6pPr>
            <a:lvl7pPr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None/>
              <a:defRPr/>
            </a:lvl7pPr>
            <a:lvl8pPr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None/>
              <a:defRPr/>
            </a:lvl8pPr>
            <a:lvl9pPr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117" name="Google Shape;117;p24">
            <a:extLst xmlns:a="http://schemas.openxmlformats.org/drawingml/2006/main">
              <a:ext uri="{FF2B5EF4-FFF2-40B4-BE49-F238E27FC236}">
                <a16:creationId xmlns:a16="http://schemas.microsoft.com/office/drawing/2014/main" id="{B9F72EC1-5496-467A-AAC3-BCB9374CE58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11574470" y="6480000"/>
            <a:ext cx="157094" cy="1538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spAutoFit/>
          </a:bodyPr>
          <a:lstStyle xmlns:a="http://schemas.openxmlformats.org/drawingml/2006/main">
            <a:lvl1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</a:p>
        </p:txBody>
      </p:sp>
      <p:sp>
        <p:nvSpPr>
          <p:cNvPr id="118" name="Google Shape;118;p24">
            <a:extLst xmlns:a="http://schemas.openxmlformats.org/drawingml/2006/main">
              <a:ext uri="{FF2B5EF4-FFF2-40B4-BE49-F238E27FC236}">
                <a16:creationId xmlns:a16="http://schemas.microsoft.com/office/drawing/2014/main" id="{889C6EC4-12F8-4B70-964E-08D669E2ECF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360000" y="1565570"/>
            <a:ext cx="2520000" cy="21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>
            <a:lvl1pPr marL="457200" indent="-2286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None/>
              <a:defRPr sz="1800" b="0" i="0" u="none" cap="none">
                <a:solidFill>
                  <a:schemeClr val="lt1"/>
                </a:solidFill>
                <a:latin typeface="Arial"/>
                <a:ea typeface="Arial"/>
                <a:cs typeface="Arial"/>
              </a:defRPr>
            </a:lvl1pPr>
            <a:lvl2pPr marL="914400" indent="-3175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har char="•"/>
              <a:defRPr sz="1400" b="0" i="0" u="none" cap="none">
                <a:solidFill>
                  <a:schemeClr val="lt1"/>
                </a:solidFill>
                <a:latin typeface="Arial"/>
                <a:ea typeface="Arial"/>
                <a:cs typeface="Arial"/>
              </a:defRPr>
            </a:lvl2pPr>
            <a:lvl3pPr marL="1371600" indent="-3175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har char="-"/>
              <a:defRPr sz="1400" b="0" i="0" u="none" cap="none">
                <a:solidFill>
                  <a:schemeClr val="lt1"/>
                </a:solidFill>
                <a:latin typeface="Arial"/>
                <a:ea typeface="Arial"/>
                <a:cs typeface="Arial"/>
              </a:defRPr>
            </a:lvl3pPr>
            <a:lvl4pPr marL="1828800" indent="-3175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har char="•"/>
              <a:defRPr sz="1400" b="0" i="0" u="none" cap="none">
                <a:solidFill>
                  <a:schemeClr val="lt1"/>
                </a:solidFill>
                <a:latin typeface="Arial"/>
                <a:ea typeface="Arial"/>
                <a:cs typeface="Arial"/>
              </a:defRPr>
            </a:lvl4pPr>
            <a:lvl5pPr marL="2286000" indent="-3175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har char="-"/>
              <a:defRPr sz="1400" b="0" i="0" u="none" cap="none">
                <a:solidFill>
                  <a:schemeClr val="lt1"/>
                </a:solidFill>
                <a:latin typeface="Arial"/>
                <a:ea typeface="Arial"/>
                <a:cs typeface="Arial"/>
              </a:defRPr>
            </a:lvl5pPr>
            <a:lvl6pPr marL="2743200" indent="-30480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har char="•"/>
              <a:defRPr sz="1200" b="0" i="0" u="none" cap="none">
                <a:solidFill>
                  <a:srgbClr val="007565"/>
                </a:solidFill>
                <a:latin typeface="Arial"/>
                <a:ea typeface="Arial"/>
                <a:cs typeface="Arial"/>
              </a:defRPr>
            </a:lvl6pPr>
            <a:lvl7pPr marL="3200400" indent="-30480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har char="•"/>
              <a:defRPr sz="1200" b="0" i="0" u="none" cap="none">
                <a:solidFill>
                  <a:srgbClr val="007565"/>
                </a:solidFill>
                <a:latin typeface="Arial"/>
                <a:ea typeface="Arial"/>
                <a:cs typeface="Arial"/>
              </a:defRPr>
            </a:lvl7pPr>
            <a:lvl8pPr marL="3657600" indent="-30480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har char="•"/>
              <a:defRPr sz="1200" b="0" i="0" u="none" cap="none">
                <a:solidFill>
                  <a:srgbClr val="007565"/>
                </a:solidFill>
                <a:latin typeface="Arial"/>
                <a:ea typeface="Arial"/>
                <a:cs typeface="Arial"/>
              </a:defRPr>
            </a:lvl8pPr>
            <a:lvl9pPr marL="4114800" indent="-30480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har char="•"/>
              <a:defRPr sz="1200" b="0" i="0" u="none" cap="none">
                <a:solidFill>
                  <a:srgbClr val="00756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/>
        </p:txBody>
      </p:sp>
      <p:sp>
        <p:nvSpPr>
          <p:cNvPr id="119" name="Google Shape;119;p24">
            <a:extLst xmlns:a="http://schemas.openxmlformats.org/drawingml/2006/main">
              <a:ext uri="{FF2B5EF4-FFF2-40B4-BE49-F238E27FC236}">
                <a16:creationId xmlns:a16="http://schemas.microsoft.com/office/drawing/2014/main" id="{A226F4DA-606F-42FD-BD8C-9EABAEE245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0" y="6761481"/>
            <a:ext cx="12178800" cy="9652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2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120" name="Google Shape;120;p24">
            <a:extLst xmlns:a="http://schemas.openxmlformats.org/drawingml/2006/main">
              <a:ext uri="{FF2B5EF4-FFF2-40B4-BE49-F238E27FC236}">
                <a16:creationId xmlns:a16="http://schemas.microsoft.com/office/drawing/2014/main" id="{1D6DAAAA-D816-47E4-9523-919D2B1BC379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3229990" y="1565570"/>
            <a:ext cx="2520000" cy="21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>
            <a:lvl1pPr marL="457200" indent="-2286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None/>
              <a:defRPr sz="1800" b="0" i="0" u="none" cap="none">
                <a:solidFill>
                  <a:schemeClr val="lt1"/>
                </a:solidFill>
                <a:latin typeface="Arial"/>
                <a:ea typeface="Arial"/>
                <a:cs typeface="Arial"/>
              </a:defRPr>
            </a:lvl1pPr>
            <a:lvl2pPr marL="914400" indent="-3175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har char="•"/>
              <a:defRPr sz="1400" b="0" i="0" u="none" cap="none">
                <a:solidFill>
                  <a:schemeClr val="lt1"/>
                </a:solidFill>
                <a:latin typeface="Arial"/>
                <a:ea typeface="Arial"/>
                <a:cs typeface="Arial"/>
              </a:defRPr>
            </a:lvl2pPr>
            <a:lvl3pPr marL="1371600" indent="-3175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har char="-"/>
              <a:defRPr sz="1400" b="0" i="0" u="none" cap="none">
                <a:solidFill>
                  <a:schemeClr val="lt1"/>
                </a:solidFill>
                <a:latin typeface="Arial"/>
                <a:ea typeface="Arial"/>
                <a:cs typeface="Arial"/>
              </a:defRPr>
            </a:lvl3pPr>
            <a:lvl4pPr marL="1828800" indent="-3175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har char="•"/>
              <a:defRPr sz="1400" b="0" i="0" u="none" cap="none">
                <a:solidFill>
                  <a:schemeClr val="lt1"/>
                </a:solidFill>
                <a:latin typeface="Arial"/>
                <a:ea typeface="Arial"/>
                <a:cs typeface="Arial"/>
              </a:defRPr>
            </a:lvl4pPr>
            <a:lvl5pPr marL="2286000" indent="-3175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har char="-"/>
              <a:defRPr sz="1400" b="0" i="0" u="none" cap="none">
                <a:solidFill>
                  <a:schemeClr val="lt1"/>
                </a:solidFill>
                <a:latin typeface="Arial"/>
                <a:ea typeface="Arial"/>
                <a:cs typeface="Arial"/>
              </a:defRPr>
            </a:lvl5pPr>
            <a:lvl6pPr marL="2743200" indent="-30480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har char="•"/>
              <a:defRPr sz="1200" b="0" i="0" u="none" cap="none">
                <a:solidFill>
                  <a:srgbClr val="007565"/>
                </a:solidFill>
                <a:latin typeface="Arial"/>
                <a:ea typeface="Arial"/>
                <a:cs typeface="Arial"/>
              </a:defRPr>
            </a:lvl6pPr>
            <a:lvl7pPr marL="3200400" indent="-30480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har char="•"/>
              <a:defRPr sz="1200" b="0" i="0" u="none" cap="none">
                <a:solidFill>
                  <a:srgbClr val="007565"/>
                </a:solidFill>
                <a:latin typeface="Arial"/>
                <a:ea typeface="Arial"/>
                <a:cs typeface="Arial"/>
              </a:defRPr>
            </a:lvl7pPr>
            <a:lvl8pPr marL="3657600" indent="-30480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har char="•"/>
              <a:defRPr sz="1200" b="0" i="0" u="none" cap="none">
                <a:solidFill>
                  <a:srgbClr val="007565"/>
                </a:solidFill>
                <a:latin typeface="Arial"/>
                <a:ea typeface="Arial"/>
                <a:cs typeface="Arial"/>
              </a:defRPr>
            </a:lvl8pPr>
            <a:lvl9pPr marL="4114800" indent="-30480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har char="•"/>
              <a:defRPr sz="1200" b="0" i="0" u="none" cap="none">
                <a:solidFill>
                  <a:srgbClr val="00756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/>
        </p:txBody>
      </p:sp>
      <p:sp>
        <p:nvSpPr>
          <p:cNvPr id="121" name="Google Shape;121;p24">
            <a:extLst xmlns:a="http://schemas.openxmlformats.org/drawingml/2006/main">
              <a:ext uri="{FF2B5EF4-FFF2-40B4-BE49-F238E27FC236}">
                <a16:creationId xmlns:a16="http://schemas.microsoft.com/office/drawing/2014/main" id="{4BF7E9CC-2BB7-4FCA-906C-B79452F99EC7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6099980" y="1565570"/>
            <a:ext cx="2520000" cy="21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>
            <a:lvl1pPr marL="457200" indent="-2286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None/>
              <a:defRPr sz="1800" b="0" i="0" u="none" cap="none">
                <a:solidFill>
                  <a:schemeClr val="lt1"/>
                </a:solidFill>
                <a:latin typeface="Arial"/>
                <a:ea typeface="Arial"/>
                <a:cs typeface="Arial"/>
              </a:defRPr>
            </a:lvl1pPr>
            <a:lvl2pPr marL="914400" indent="-3175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har char="•"/>
              <a:defRPr sz="1400" b="0" i="0" u="none" cap="none">
                <a:solidFill>
                  <a:schemeClr val="lt1"/>
                </a:solidFill>
                <a:latin typeface="Arial"/>
                <a:ea typeface="Arial"/>
                <a:cs typeface="Arial"/>
              </a:defRPr>
            </a:lvl2pPr>
            <a:lvl3pPr marL="1371600" indent="-3175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har char="-"/>
              <a:defRPr sz="1400" b="0" i="0" u="none" cap="none">
                <a:solidFill>
                  <a:schemeClr val="lt1"/>
                </a:solidFill>
                <a:latin typeface="Arial"/>
                <a:ea typeface="Arial"/>
                <a:cs typeface="Arial"/>
              </a:defRPr>
            </a:lvl3pPr>
            <a:lvl4pPr marL="1828800" indent="-3175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har char="•"/>
              <a:defRPr sz="1400" b="0" i="0" u="none" cap="none">
                <a:solidFill>
                  <a:schemeClr val="lt1"/>
                </a:solidFill>
                <a:latin typeface="Arial"/>
                <a:ea typeface="Arial"/>
                <a:cs typeface="Arial"/>
              </a:defRPr>
            </a:lvl4pPr>
            <a:lvl5pPr marL="2286000" indent="-3175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har char="-"/>
              <a:defRPr sz="1400" b="0" i="0" u="none" cap="none">
                <a:solidFill>
                  <a:schemeClr val="lt1"/>
                </a:solidFill>
                <a:latin typeface="Arial"/>
                <a:ea typeface="Arial"/>
                <a:cs typeface="Arial"/>
              </a:defRPr>
            </a:lvl5pPr>
            <a:lvl6pPr marL="2743200" indent="-30480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har char="•"/>
              <a:defRPr sz="1200" b="0" i="0" u="none" cap="none">
                <a:solidFill>
                  <a:srgbClr val="007565"/>
                </a:solidFill>
                <a:latin typeface="Arial"/>
                <a:ea typeface="Arial"/>
                <a:cs typeface="Arial"/>
              </a:defRPr>
            </a:lvl6pPr>
            <a:lvl7pPr marL="3200400" indent="-30480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har char="•"/>
              <a:defRPr sz="1200" b="0" i="0" u="none" cap="none">
                <a:solidFill>
                  <a:srgbClr val="007565"/>
                </a:solidFill>
                <a:latin typeface="Arial"/>
                <a:ea typeface="Arial"/>
                <a:cs typeface="Arial"/>
              </a:defRPr>
            </a:lvl7pPr>
            <a:lvl8pPr marL="3657600" indent="-30480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har char="•"/>
              <a:defRPr sz="1200" b="0" i="0" u="none" cap="none">
                <a:solidFill>
                  <a:srgbClr val="007565"/>
                </a:solidFill>
                <a:latin typeface="Arial"/>
                <a:ea typeface="Arial"/>
                <a:cs typeface="Arial"/>
              </a:defRPr>
            </a:lvl8pPr>
            <a:lvl9pPr marL="4114800" indent="-30480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har char="•"/>
              <a:defRPr sz="1200" b="0" i="0" u="none" cap="none">
                <a:solidFill>
                  <a:srgbClr val="00756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/>
        </p:txBody>
      </p:sp>
      <p:sp>
        <p:nvSpPr>
          <p:cNvPr id="122" name="Google Shape;122;p24">
            <a:extLst xmlns:a="http://schemas.openxmlformats.org/drawingml/2006/main">
              <a:ext uri="{FF2B5EF4-FFF2-40B4-BE49-F238E27FC236}">
                <a16:creationId xmlns:a16="http://schemas.microsoft.com/office/drawing/2014/main" id="{1F6357B4-6EFA-4728-8335-91F33DA94C76}"/>
              </a:ext>
            </a:extLst>
          </p:cNvPr>
          <p:cNvSpPr>
            <a:spLocks xmlns:a="http://schemas.openxmlformats.org/drawingml/2006/main" noGrp="1"/>
          </p:cNvSpPr>
          <p:nvPr>
            <p:ph type="body" idx="4"/>
          </p:nvPr>
        </p:nvSpPr>
        <p:spPr>
          <a:xfrm xmlns:a="http://schemas.openxmlformats.org/drawingml/2006/main">
            <a:off x="8969970" y="1565570"/>
            <a:ext cx="2520000" cy="21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>
            <a:lvl1pPr marL="457200" indent="-2286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None/>
              <a:defRPr sz="1800" b="0" i="0" u="none" cap="none">
                <a:solidFill>
                  <a:schemeClr val="lt1"/>
                </a:solidFill>
                <a:latin typeface="Arial"/>
                <a:ea typeface="Arial"/>
                <a:cs typeface="Arial"/>
              </a:defRPr>
            </a:lvl1pPr>
            <a:lvl2pPr marL="914400" indent="-3175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har char="•"/>
              <a:defRPr sz="1400" b="0" i="0" u="none" cap="none">
                <a:solidFill>
                  <a:schemeClr val="lt1"/>
                </a:solidFill>
                <a:latin typeface="Arial"/>
                <a:ea typeface="Arial"/>
                <a:cs typeface="Arial"/>
              </a:defRPr>
            </a:lvl2pPr>
            <a:lvl3pPr marL="1371600" indent="-3175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har char="-"/>
              <a:defRPr sz="1400" b="0" i="0" u="none" cap="none">
                <a:solidFill>
                  <a:schemeClr val="lt1"/>
                </a:solidFill>
                <a:latin typeface="Arial"/>
                <a:ea typeface="Arial"/>
                <a:cs typeface="Arial"/>
              </a:defRPr>
            </a:lvl3pPr>
            <a:lvl4pPr marL="1828800" indent="-3175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har char="•"/>
              <a:defRPr sz="1400" b="0" i="0" u="none" cap="none">
                <a:solidFill>
                  <a:schemeClr val="lt1"/>
                </a:solidFill>
                <a:latin typeface="Arial"/>
                <a:ea typeface="Arial"/>
                <a:cs typeface="Arial"/>
              </a:defRPr>
            </a:lvl4pPr>
            <a:lvl5pPr marL="2286000" indent="-3175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har char="-"/>
              <a:defRPr sz="1400" b="0" i="0" u="none" cap="none">
                <a:solidFill>
                  <a:schemeClr val="lt1"/>
                </a:solidFill>
                <a:latin typeface="Arial"/>
                <a:ea typeface="Arial"/>
                <a:cs typeface="Arial"/>
              </a:defRPr>
            </a:lvl5pPr>
            <a:lvl6pPr marL="2743200" indent="-30480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har char="•"/>
              <a:defRPr sz="1200" b="0" i="0" u="none" cap="none">
                <a:solidFill>
                  <a:srgbClr val="007565"/>
                </a:solidFill>
                <a:latin typeface="Arial"/>
                <a:ea typeface="Arial"/>
                <a:cs typeface="Arial"/>
              </a:defRPr>
            </a:lvl6pPr>
            <a:lvl7pPr marL="3200400" indent="-30480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har char="•"/>
              <a:defRPr sz="1200" b="0" i="0" u="none" cap="none">
                <a:solidFill>
                  <a:srgbClr val="007565"/>
                </a:solidFill>
                <a:latin typeface="Arial"/>
                <a:ea typeface="Arial"/>
                <a:cs typeface="Arial"/>
              </a:defRPr>
            </a:lvl7pPr>
            <a:lvl8pPr marL="3657600" indent="-30480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har char="•"/>
              <a:defRPr sz="1200" b="0" i="0" u="none" cap="none">
                <a:solidFill>
                  <a:srgbClr val="007565"/>
                </a:solidFill>
                <a:latin typeface="Arial"/>
                <a:ea typeface="Arial"/>
                <a:cs typeface="Arial"/>
              </a:defRPr>
            </a:lvl8pPr>
            <a:lvl9pPr marL="4114800" indent="-30480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har char="•"/>
              <a:defRPr sz="1200" b="0" i="0" u="none" cap="none">
                <a:solidFill>
                  <a:srgbClr val="00756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/>
        </p:txBody>
      </p:sp>
      <p:sp>
        <p:nvSpPr>
          <p:cNvPr id="123" name="Google Shape;123;p24">
            <a:extLst xmlns:a="http://schemas.openxmlformats.org/drawingml/2006/main">
              <a:ext uri="{FF2B5EF4-FFF2-40B4-BE49-F238E27FC236}">
                <a16:creationId xmlns:a16="http://schemas.microsoft.com/office/drawing/2014/main" id="{F51C4EED-8AC1-4960-93B2-7B5DF3311251}"/>
              </a:ext>
            </a:extLst>
          </p:cNvPr>
          <p:cNvSpPr>
            <a:spLocks xmlns:a="http://schemas.openxmlformats.org/drawingml/2006/main" noGrp="1"/>
          </p:cNvSpPr>
          <p:nvPr>
            <p:ph type="body" idx="5"/>
          </p:nvPr>
        </p:nvSpPr>
        <p:spPr>
          <a:xfrm xmlns:a="http://schemas.openxmlformats.org/drawingml/2006/main">
            <a:off x="360000" y="4077072"/>
            <a:ext cx="2520000" cy="21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>
            <a:lvl1pPr marL="457200" indent="-2286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None/>
              <a:defRPr sz="1800" b="0" i="0" u="none" cap="none">
                <a:solidFill>
                  <a:schemeClr val="lt1"/>
                </a:solidFill>
                <a:latin typeface="Arial"/>
                <a:ea typeface="Arial"/>
                <a:cs typeface="Arial"/>
              </a:defRPr>
            </a:lvl1pPr>
            <a:lvl2pPr marL="914400" indent="-3175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har char="•"/>
              <a:defRPr sz="1400" b="0" i="0" u="none" cap="none">
                <a:solidFill>
                  <a:schemeClr val="lt1"/>
                </a:solidFill>
                <a:latin typeface="Arial"/>
                <a:ea typeface="Arial"/>
                <a:cs typeface="Arial"/>
              </a:defRPr>
            </a:lvl2pPr>
            <a:lvl3pPr marL="1371600" indent="-3175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har char="-"/>
              <a:defRPr sz="1400" b="0" i="0" u="none" cap="none">
                <a:solidFill>
                  <a:schemeClr val="lt1"/>
                </a:solidFill>
                <a:latin typeface="Arial"/>
                <a:ea typeface="Arial"/>
                <a:cs typeface="Arial"/>
              </a:defRPr>
            </a:lvl3pPr>
            <a:lvl4pPr marL="1828800" indent="-3175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har char="•"/>
              <a:defRPr sz="1400" b="0" i="0" u="none" cap="none">
                <a:solidFill>
                  <a:schemeClr val="lt1"/>
                </a:solidFill>
                <a:latin typeface="Arial"/>
                <a:ea typeface="Arial"/>
                <a:cs typeface="Arial"/>
              </a:defRPr>
            </a:lvl4pPr>
            <a:lvl5pPr marL="2286000" indent="-3175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har char="-"/>
              <a:defRPr sz="1400" b="0" i="0" u="none" cap="none">
                <a:solidFill>
                  <a:schemeClr val="lt1"/>
                </a:solidFill>
                <a:latin typeface="Arial"/>
                <a:ea typeface="Arial"/>
                <a:cs typeface="Arial"/>
              </a:defRPr>
            </a:lvl5pPr>
            <a:lvl6pPr marL="2743200" indent="-30480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har char="•"/>
              <a:defRPr sz="1200" b="0" i="0" u="none" cap="none">
                <a:solidFill>
                  <a:srgbClr val="007565"/>
                </a:solidFill>
                <a:latin typeface="Arial"/>
                <a:ea typeface="Arial"/>
                <a:cs typeface="Arial"/>
              </a:defRPr>
            </a:lvl6pPr>
            <a:lvl7pPr marL="3200400" indent="-30480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har char="•"/>
              <a:defRPr sz="1200" b="0" i="0" u="none" cap="none">
                <a:solidFill>
                  <a:srgbClr val="007565"/>
                </a:solidFill>
                <a:latin typeface="Arial"/>
                <a:ea typeface="Arial"/>
                <a:cs typeface="Arial"/>
              </a:defRPr>
            </a:lvl7pPr>
            <a:lvl8pPr marL="3657600" indent="-30480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har char="•"/>
              <a:defRPr sz="1200" b="0" i="0" u="none" cap="none">
                <a:solidFill>
                  <a:srgbClr val="007565"/>
                </a:solidFill>
                <a:latin typeface="Arial"/>
                <a:ea typeface="Arial"/>
                <a:cs typeface="Arial"/>
              </a:defRPr>
            </a:lvl8pPr>
            <a:lvl9pPr marL="4114800" indent="-30480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har char="•"/>
              <a:defRPr sz="1200" b="0" i="0" u="none" cap="none">
                <a:solidFill>
                  <a:srgbClr val="00756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/>
        </p:txBody>
      </p:sp>
      <p:sp>
        <p:nvSpPr>
          <p:cNvPr id="124" name="Google Shape;124;p24">
            <a:extLst xmlns:a="http://schemas.openxmlformats.org/drawingml/2006/main">
              <a:ext uri="{FF2B5EF4-FFF2-40B4-BE49-F238E27FC236}">
                <a16:creationId xmlns:a16="http://schemas.microsoft.com/office/drawing/2014/main" id="{B5646DBF-E2B8-47AA-AB6C-0BCF0C285934}"/>
              </a:ext>
            </a:extLst>
          </p:cNvPr>
          <p:cNvSpPr>
            <a:spLocks xmlns:a="http://schemas.openxmlformats.org/drawingml/2006/main" noGrp="1"/>
          </p:cNvSpPr>
          <p:nvPr>
            <p:ph type="body" idx="6"/>
          </p:nvPr>
        </p:nvSpPr>
        <p:spPr>
          <a:xfrm xmlns:a="http://schemas.openxmlformats.org/drawingml/2006/main">
            <a:off x="3229990" y="4077072"/>
            <a:ext cx="2520000" cy="21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>
            <a:lvl1pPr marL="457200" indent="-2286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None/>
              <a:defRPr sz="1800" b="0" i="0" u="none" cap="none">
                <a:solidFill>
                  <a:schemeClr val="lt1"/>
                </a:solidFill>
                <a:latin typeface="Arial"/>
                <a:ea typeface="Arial"/>
                <a:cs typeface="Arial"/>
              </a:defRPr>
            </a:lvl1pPr>
            <a:lvl2pPr marL="914400" indent="-3175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har char="•"/>
              <a:defRPr sz="1400" b="0" i="0" u="none" cap="none">
                <a:solidFill>
                  <a:schemeClr val="lt1"/>
                </a:solidFill>
                <a:latin typeface="Arial"/>
                <a:ea typeface="Arial"/>
                <a:cs typeface="Arial"/>
              </a:defRPr>
            </a:lvl2pPr>
            <a:lvl3pPr marL="1371600" indent="-3175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har char="-"/>
              <a:defRPr sz="1400" b="0" i="0" u="none" cap="none">
                <a:solidFill>
                  <a:schemeClr val="lt1"/>
                </a:solidFill>
                <a:latin typeface="Arial"/>
                <a:ea typeface="Arial"/>
                <a:cs typeface="Arial"/>
              </a:defRPr>
            </a:lvl3pPr>
            <a:lvl4pPr marL="1828800" indent="-3175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har char="•"/>
              <a:defRPr sz="1400" b="0" i="0" u="none" cap="none">
                <a:solidFill>
                  <a:schemeClr val="lt1"/>
                </a:solidFill>
                <a:latin typeface="Arial"/>
                <a:ea typeface="Arial"/>
                <a:cs typeface="Arial"/>
              </a:defRPr>
            </a:lvl4pPr>
            <a:lvl5pPr marL="2286000" indent="-3175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har char="-"/>
              <a:defRPr sz="1400" b="0" i="0" u="none" cap="none">
                <a:solidFill>
                  <a:schemeClr val="lt1"/>
                </a:solidFill>
                <a:latin typeface="Arial"/>
                <a:ea typeface="Arial"/>
                <a:cs typeface="Arial"/>
              </a:defRPr>
            </a:lvl5pPr>
            <a:lvl6pPr marL="2743200" indent="-30480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har char="•"/>
              <a:defRPr sz="1200" b="0" i="0" u="none" cap="none">
                <a:solidFill>
                  <a:srgbClr val="007565"/>
                </a:solidFill>
                <a:latin typeface="Arial"/>
                <a:ea typeface="Arial"/>
                <a:cs typeface="Arial"/>
              </a:defRPr>
            </a:lvl6pPr>
            <a:lvl7pPr marL="3200400" indent="-30480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har char="•"/>
              <a:defRPr sz="1200" b="0" i="0" u="none" cap="none">
                <a:solidFill>
                  <a:srgbClr val="007565"/>
                </a:solidFill>
                <a:latin typeface="Arial"/>
                <a:ea typeface="Arial"/>
                <a:cs typeface="Arial"/>
              </a:defRPr>
            </a:lvl7pPr>
            <a:lvl8pPr marL="3657600" indent="-30480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har char="•"/>
              <a:defRPr sz="1200" b="0" i="0" u="none" cap="none">
                <a:solidFill>
                  <a:srgbClr val="007565"/>
                </a:solidFill>
                <a:latin typeface="Arial"/>
                <a:ea typeface="Arial"/>
                <a:cs typeface="Arial"/>
              </a:defRPr>
            </a:lvl8pPr>
            <a:lvl9pPr marL="4114800" indent="-30480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har char="•"/>
              <a:defRPr sz="1200" b="0" i="0" u="none" cap="none">
                <a:solidFill>
                  <a:srgbClr val="00756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/>
        </p:txBody>
      </p:sp>
      <p:sp>
        <p:nvSpPr>
          <p:cNvPr id="125" name="Google Shape;125;p24">
            <a:extLst xmlns:a="http://schemas.openxmlformats.org/drawingml/2006/main">
              <a:ext uri="{FF2B5EF4-FFF2-40B4-BE49-F238E27FC236}">
                <a16:creationId xmlns:a16="http://schemas.microsoft.com/office/drawing/2014/main" id="{C5941106-0F5A-4F8E-9570-D8CB0D012FBB}"/>
              </a:ext>
            </a:extLst>
          </p:cNvPr>
          <p:cNvSpPr>
            <a:spLocks xmlns:a="http://schemas.openxmlformats.org/drawingml/2006/main" noGrp="1"/>
          </p:cNvSpPr>
          <p:nvPr>
            <p:ph type="body" idx="7"/>
          </p:nvPr>
        </p:nvSpPr>
        <p:spPr>
          <a:xfrm xmlns:a="http://schemas.openxmlformats.org/drawingml/2006/main">
            <a:off x="6099980" y="4077072"/>
            <a:ext cx="2520000" cy="21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>
            <a:lvl1pPr marL="457200" indent="-2286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None/>
              <a:defRPr sz="1800" b="0" i="0" u="none" cap="none">
                <a:solidFill>
                  <a:schemeClr val="lt1"/>
                </a:solidFill>
                <a:latin typeface="Arial"/>
                <a:ea typeface="Arial"/>
                <a:cs typeface="Arial"/>
              </a:defRPr>
            </a:lvl1pPr>
            <a:lvl2pPr marL="914400" indent="-3175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har char="•"/>
              <a:defRPr sz="1400" b="0" i="0" u="none" cap="none">
                <a:solidFill>
                  <a:schemeClr val="lt1"/>
                </a:solidFill>
                <a:latin typeface="Arial"/>
                <a:ea typeface="Arial"/>
                <a:cs typeface="Arial"/>
              </a:defRPr>
            </a:lvl2pPr>
            <a:lvl3pPr marL="1371600" indent="-3175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har char="-"/>
              <a:defRPr sz="1400" b="0" i="0" u="none" cap="none">
                <a:solidFill>
                  <a:schemeClr val="lt1"/>
                </a:solidFill>
                <a:latin typeface="Arial"/>
                <a:ea typeface="Arial"/>
                <a:cs typeface="Arial"/>
              </a:defRPr>
            </a:lvl3pPr>
            <a:lvl4pPr marL="1828800" indent="-3175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har char="•"/>
              <a:defRPr sz="1400" b="0" i="0" u="none" cap="none">
                <a:solidFill>
                  <a:schemeClr val="lt1"/>
                </a:solidFill>
                <a:latin typeface="Arial"/>
                <a:ea typeface="Arial"/>
                <a:cs typeface="Arial"/>
              </a:defRPr>
            </a:lvl4pPr>
            <a:lvl5pPr marL="2286000" indent="-3175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har char="-"/>
              <a:defRPr sz="1400" b="0" i="0" u="none" cap="none">
                <a:solidFill>
                  <a:schemeClr val="lt1"/>
                </a:solidFill>
                <a:latin typeface="Arial"/>
                <a:ea typeface="Arial"/>
                <a:cs typeface="Arial"/>
              </a:defRPr>
            </a:lvl5pPr>
            <a:lvl6pPr marL="2743200" indent="-30480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har char="•"/>
              <a:defRPr sz="1200" b="0" i="0" u="none" cap="none">
                <a:solidFill>
                  <a:srgbClr val="007565"/>
                </a:solidFill>
                <a:latin typeface="Arial"/>
                <a:ea typeface="Arial"/>
                <a:cs typeface="Arial"/>
              </a:defRPr>
            </a:lvl6pPr>
            <a:lvl7pPr marL="3200400" indent="-30480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har char="•"/>
              <a:defRPr sz="1200" b="0" i="0" u="none" cap="none">
                <a:solidFill>
                  <a:srgbClr val="007565"/>
                </a:solidFill>
                <a:latin typeface="Arial"/>
                <a:ea typeface="Arial"/>
                <a:cs typeface="Arial"/>
              </a:defRPr>
            </a:lvl7pPr>
            <a:lvl8pPr marL="3657600" indent="-30480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har char="•"/>
              <a:defRPr sz="1200" b="0" i="0" u="none" cap="none">
                <a:solidFill>
                  <a:srgbClr val="007565"/>
                </a:solidFill>
                <a:latin typeface="Arial"/>
                <a:ea typeface="Arial"/>
                <a:cs typeface="Arial"/>
              </a:defRPr>
            </a:lvl8pPr>
            <a:lvl9pPr marL="4114800" indent="-30480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har char="•"/>
              <a:defRPr sz="1200" b="0" i="0" u="none" cap="none">
                <a:solidFill>
                  <a:srgbClr val="00756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/>
        </p:txBody>
      </p:sp>
      <p:sp>
        <p:nvSpPr>
          <p:cNvPr id="126" name="Google Shape;126;p24">
            <a:extLst xmlns:a="http://schemas.openxmlformats.org/drawingml/2006/main">
              <a:ext uri="{FF2B5EF4-FFF2-40B4-BE49-F238E27FC236}">
                <a16:creationId xmlns:a16="http://schemas.microsoft.com/office/drawing/2014/main" id="{CA8D9020-D311-402D-BEE1-51AC27211256}"/>
              </a:ext>
            </a:extLst>
          </p:cNvPr>
          <p:cNvSpPr>
            <a:spLocks xmlns:a="http://schemas.openxmlformats.org/drawingml/2006/main" noGrp="1"/>
          </p:cNvSpPr>
          <p:nvPr>
            <p:ph type="body" idx="8"/>
          </p:nvPr>
        </p:nvSpPr>
        <p:spPr>
          <a:xfrm xmlns:a="http://schemas.openxmlformats.org/drawingml/2006/main">
            <a:off x="8969970" y="4077072"/>
            <a:ext cx="2520000" cy="21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>
            <a:lvl1pPr marL="457200" indent="-2286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None/>
              <a:defRPr sz="1800" b="0" i="0" u="none" cap="none">
                <a:solidFill>
                  <a:schemeClr val="lt1"/>
                </a:solidFill>
                <a:latin typeface="Arial"/>
                <a:ea typeface="Arial"/>
                <a:cs typeface="Arial"/>
              </a:defRPr>
            </a:lvl1pPr>
            <a:lvl2pPr marL="914400" indent="-3175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har char="•"/>
              <a:defRPr sz="1400" b="0" i="0" u="none" cap="none">
                <a:solidFill>
                  <a:schemeClr val="lt1"/>
                </a:solidFill>
                <a:latin typeface="Arial"/>
                <a:ea typeface="Arial"/>
                <a:cs typeface="Arial"/>
              </a:defRPr>
            </a:lvl2pPr>
            <a:lvl3pPr marL="1371600" indent="-3175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har char="-"/>
              <a:defRPr sz="1400" b="0" i="0" u="none" cap="none">
                <a:solidFill>
                  <a:schemeClr val="lt1"/>
                </a:solidFill>
                <a:latin typeface="Arial"/>
                <a:ea typeface="Arial"/>
                <a:cs typeface="Arial"/>
              </a:defRPr>
            </a:lvl3pPr>
            <a:lvl4pPr marL="1828800" indent="-3175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har char="•"/>
              <a:defRPr sz="1400" b="0" i="0" u="none" cap="none">
                <a:solidFill>
                  <a:schemeClr val="lt1"/>
                </a:solidFill>
                <a:latin typeface="Arial"/>
                <a:ea typeface="Arial"/>
                <a:cs typeface="Arial"/>
              </a:defRPr>
            </a:lvl4pPr>
            <a:lvl5pPr marL="2286000" indent="-3175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har char="-"/>
              <a:defRPr sz="1400" b="0" i="0" u="none" cap="none">
                <a:solidFill>
                  <a:schemeClr val="lt1"/>
                </a:solidFill>
                <a:latin typeface="Arial"/>
                <a:ea typeface="Arial"/>
                <a:cs typeface="Arial"/>
              </a:defRPr>
            </a:lvl5pPr>
            <a:lvl6pPr marL="2743200" indent="-30480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har char="•"/>
              <a:defRPr sz="1200" b="0" i="0" u="none" cap="none">
                <a:solidFill>
                  <a:srgbClr val="007565"/>
                </a:solidFill>
                <a:latin typeface="Arial"/>
                <a:ea typeface="Arial"/>
                <a:cs typeface="Arial"/>
              </a:defRPr>
            </a:lvl6pPr>
            <a:lvl7pPr marL="3200400" indent="-30480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har char="•"/>
              <a:defRPr sz="1200" b="0" i="0" u="none" cap="none">
                <a:solidFill>
                  <a:srgbClr val="007565"/>
                </a:solidFill>
                <a:latin typeface="Arial"/>
                <a:ea typeface="Arial"/>
                <a:cs typeface="Arial"/>
              </a:defRPr>
            </a:lvl7pPr>
            <a:lvl8pPr marL="3657600" indent="-30480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har char="•"/>
              <a:defRPr sz="1200" b="0" i="0" u="none" cap="none">
                <a:solidFill>
                  <a:srgbClr val="007565"/>
                </a:solidFill>
                <a:latin typeface="Arial"/>
                <a:ea typeface="Arial"/>
                <a:cs typeface="Arial"/>
              </a:defRPr>
            </a:lvl8pPr>
            <a:lvl9pPr marL="4114800" indent="-30480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har char="•"/>
              <a:defRPr sz="1200" b="0" i="0" u="none" cap="none">
                <a:solidFill>
                  <a:srgbClr val="00756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/>
        </p:txBody>
      </p:sp>
      <p:pic>
        <p:nvPicPr>
          <p:cNvPr id="127" name="Google Shape;127;p24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f99c39f63c6d432d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10897966" y="362285"/>
            <a:ext cx="835200" cy="4176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</p:cSld>
</p:sldLayout>
</file>

<file path=ppt/slideLayouts/slideLayout17.xml><?xml version="1.0" encoding="utf-8"?>
<p:sldLayout xmlns:p="http://schemas.openxmlformats.org/presentationml/2006/main" showMasterSp="0" matchingName="Agenda slide Table Dark">
  <p:cSld name="Agenda slide Table Dark">
    <p:bg>
      <p:bgPr>
        <a:solidFill xmlns:a="http://schemas.openxmlformats.org/drawingml/2006/main">
          <a:schemeClr val="accent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9" name="Google Shape;129;p25">
            <a:extLst xmlns:a="http://schemas.openxmlformats.org/drawingml/2006/main">
              <a:ext uri="{FF2B5EF4-FFF2-40B4-BE49-F238E27FC236}">
                <a16:creationId xmlns:a16="http://schemas.microsoft.com/office/drawing/2014/main" id="{7C2C9A70-4A97-4A52-8D6B-A8246CB565E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59999" y="360000"/>
            <a:ext cx="9000000" cy="5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FFFFFF"/>
                </a:solidFill>
              </a:defRPr>
            </a:lvl1pPr>
            <a:lvl2pPr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None/>
              <a:defRPr/>
            </a:lvl2pPr>
            <a:lvl3pPr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None/>
              <a:defRPr/>
            </a:lvl3pPr>
            <a:lvl4pPr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None/>
              <a:defRPr/>
            </a:lvl4pPr>
            <a:lvl5pPr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None/>
              <a:defRPr/>
            </a:lvl5pPr>
            <a:lvl6pPr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None/>
              <a:defRPr/>
            </a:lvl6pPr>
            <a:lvl7pPr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None/>
              <a:defRPr/>
            </a:lvl7pPr>
            <a:lvl8pPr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None/>
              <a:defRPr/>
            </a:lvl8pPr>
            <a:lvl9pPr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130" name="Google Shape;130;p25">
            <a:extLst xmlns:a="http://schemas.openxmlformats.org/drawingml/2006/main">
              <a:ext uri="{FF2B5EF4-FFF2-40B4-BE49-F238E27FC236}">
                <a16:creationId xmlns:a16="http://schemas.microsoft.com/office/drawing/2014/main" id="{49A6F659-8CD3-442C-92DF-53B20A04874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11574470" y="6480000"/>
            <a:ext cx="157094" cy="1538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spAutoFit/>
          </a:bodyPr>
          <a:lstStyle xmlns:a="http://schemas.openxmlformats.org/drawingml/2006/main">
            <a:lvl1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lt1"/>
                </a:solidFill>
                <a:latin typeface="Arial"/>
                <a:ea typeface="Arial"/>
                <a:cs typeface="Arial"/>
              </a:defRPr>
            </a:lvl1pPr>
            <a:lvl2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lt1"/>
                </a:solidFill>
                <a:latin typeface="Arial"/>
                <a:ea typeface="Arial"/>
                <a:cs typeface="Arial"/>
              </a:defRPr>
            </a:lvl2pPr>
            <a:lvl3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lt1"/>
                </a:solidFill>
                <a:latin typeface="Arial"/>
                <a:ea typeface="Arial"/>
                <a:cs typeface="Arial"/>
              </a:defRPr>
            </a:lvl3pPr>
            <a:lvl4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lt1"/>
                </a:solidFill>
                <a:latin typeface="Arial"/>
                <a:ea typeface="Arial"/>
                <a:cs typeface="Arial"/>
              </a:defRPr>
            </a:lvl4pPr>
            <a:lvl5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lt1"/>
                </a:solidFill>
                <a:latin typeface="Arial"/>
                <a:ea typeface="Arial"/>
                <a:cs typeface="Arial"/>
              </a:defRPr>
            </a:lvl5pPr>
            <a:lvl6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lt1"/>
                </a:solidFill>
                <a:latin typeface="Arial"/>
                <a:ea typeface="Arial"/>
                <a:cs typeface="Arial"/>
              </a:defRPr>
            </a:lvl6pPr>
            <a:lvl7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lt1"/>
                </a:solidFill>
                <a:latin typeface="Arial"/>
                <a:ea typeface="Arial"/>
                <a:cs typeface="Arial"/>
              </a:defRPr>
            </a:lvl7pPr>
            <a:lvl8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lt1"/>
                </a:solidFill>
                <a:latin typeface="Arial"/>
                <a:ea typeface="Arial"/>
                <a:cs typeface="Arial"/>
              </a:defRPr>
            </a:lvl8pPr>
            <a:lvl9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lt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</a:p>
        </p:txBody>
      </p:sp>
      <p:sp>
        <p:nvSpPr>
          <p:cNvPr id="131" name="Google Shape;131;p25">
            <a:extLst xmlns:a="http://schemas.openxmlformats.org/drawingml/2006/main">
              <a:ext uri="{FF2B5EF4-FFF2-40B4-BE49-F238E27FC236}">
                <a16:creationId xmlns:a16="http://schemas.microsoft.com/office/drawing/2014/main" id="{93B537BA-9995-4FAA-9B8B-2640C0546B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0" y="6761481"/>
            <a:ext cx="12178800" cy="9652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4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pic>
        <p:nvPicPr>
          <p:cNvPr id="132" name="Google Shape;132;p25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22974be60d824eab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10897966" y="362285"/>
            <a:ext cx="835200" cy="4176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</p:cSld>
</p:sldLayout>
</file>

<file path=ppt/slideLayouts/slideLayout18.xml><?xml version="1.0" encoding="utf-8"?>
<p:sldLayout xmlns:p="http://schemas.openxmlformats.org/presentationml/2006/main" showMasterSp="0" matchingName="Agenda slide Table">
  <p:cSld name="Agenda slide Table">
    <p:bg>
      <p:bgPr>
        <a:solidFill xmlns:a="http://schemas.openxmlformats.org/drawingml/2006/main">
          <a:schemeClr val="accent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4" name="Google Shape;134;p26">
            <a:extLst xmlns:a="http://schemas.openxmlformats.org/drawingml/2006/main">
              <a:ext uri="{FF2B5EF4-FFF2-40B4-BE49-F238E27FC236}">
                <a16:creationId xmlns:a16="http://schemas.microsoft.com/office/drawing/2014/main" id="{09AF844E-DBA7-410C-9A0C-FBE75E1305E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59999" y="360000"/>
            <a:ext cx="9000000" cy="5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FFFFFF"/>
                </a:solidFill>
              </a:defRPr>
            </a:lvl1pPr>
            <a:lvl2pPr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None/>
              <a:defRPr/>
            </a:lvl2pPr>
            <a:lvl3pPr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None/>
              <a:defRPr/>
            </a:lvl3pPr>
            <a:lvl4pPr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None/>
              <a:defRPr/>
            </a:lvl4pPr>
            <a:lvl5pPr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None/>
              <a:defRPr/>
            </a:lvl5pPr>
            <a:lvl6pPr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None/>
              <a:defRPr/>
            </a:lvl6pPr>
            <a:lvl7pPr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None/>
              <a:defRPr/>
            </a:lvl7pPr>
            <a:lvl8pPr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None/>
              <a:defRPr/>
            </a:lvl8pPr>
            <a:lvl9pPr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135" name="Google Shape;135;p26">
            <a:extLst xmlns:a="http://schemas.openxmlformats.org/drawingml/2006/main">
              <a:ext uri="{FF2B5EF4-FFF2-40B4-BE49-F238E27FC236}">
                <a16:creationId xmlns:a16="http://schemas.microsoft.com/office/drawing/2014/main" id="{16BA9D34-2D3D-496E-B142-6812BA4457E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11574470" y="6480000"/>
            <a:ext cx="157094" cy="1538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spAutoFit/>
          </a:bodyPr>
          <a:lstStyle xmlns:a="http://schemas.openxmlformats.org/drawingml/2006/main">
            <a:lvl1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lt1"/>
                </a:solidFill>
                <a:latin typeface="Arial"/>
                <a:ea typeface="Arial"/>
                <a:cs typeface="Arial"/>
              </a:defRPr>
            </a:lvl1pPr>
            <a:lvl2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lt1"/>
                </a:solidFill>
                <a:latin typeface="Arial"/>
                <a:ea typeface="Arial"/>
                <a:cs typeface="Arial"/>
              </a:defRPr>
            </a:lvl2pPr>
            <a:lvl3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lt1"/>
                </a:solidFill>
                <a:latin typeface="Arial"/>
                <a:ea typeface="Arial"/>
                <a:cs typeface="Arial"/>
              </a:defRPr>
            </a:lvl3pPr>
            <a:lvl4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lt1"/>
                </a:solidFill>
                <a:latin typeface="Arial"/>
                <a:ea typeface="Arial"/>
                <a:cs typeface="Arial"/>
              </a:defRPr>
            </a:lvl4pPr>
            <a:lvl5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lt1"/>
                </a:solidFill>
                <a:latin typeface="Arial"/>
                <a:ea typeface="Arial"/>
                <a:cs typeface="Arial"/>
              </a:defRPr>
            </a:lvl5pPr>
            <a:lvl6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lt1"/>
                </a:solidFill>
                <a:latin typeface="Arial"/>
                <a:ea typeface="Arial"/>
                <a:cs typeface="Arial"/>
              </a:defRPr>
            </a:lvl6pPr>
            <a:lvl7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lt1"/>
                </a:solidFill>
                <a:latin typeface="Arial"/>
                <a:ea typeface="Arial"/>
                <a:cs typeface="Arial"/>
              </a:defRPr>
            </a:lvl7pPr>
            <a:lvl8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lt1"/>
                </a:solidFill>
                <a:latin typeface="Arial"/>
                <a:ea typeface="Arial"/>
                <a:cs typeface="Arial"/>
              </a:defRPr>
            </a:lvl8pPr>
            <a:lvl9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lt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</a:p>
        </p:txBody>
      </p:sp>
      <p:sp>
        <p:nvSpPr>
          <p:cNvPr id="136" name="Google Shape;136;p26">
            <a:extLst xmlns:a="http://schemas.openxmlformats.org/drawingml/2006/main">
              <a:ext uri="{FF2B5EF4-FFF2-40B4-BE49-F238E27FC236}">
                <a16:creationId xmlns:a16="http://schemas.microsoft.com/office/drawing/2014/main" id="{6C5795ED-D061-401F-8CDF-9D5156E695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0" y="6761481"/>
            <a:ext cx="12178800" cy="9652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2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pic>
        <p:nvPicPr>
          <p:cNvPr id="137" name="Google Shape;137;p26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bc202797dddc402f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10897966" y="362285"/>
            <a:ext cx="835200" cy="4176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</p:cSld>
</p:sldLayout>
</file>

<file path=ppt/slideLayouts/slideLayout19.xml><?xml version="1.0" encoding="utf-8"?>
<p:sldLayout xmlns:p="http://schemas.openxmlformats.org/presentationml/2006/main" matchingName="Statement">
  <p:cSld name="Statem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9" name="Google Shape;139;p27">
            <a:extLst xmlns:a="http://schemas.openxmlformats.org/drawingml/2006/main">
              <a:ext uri="{FF2B5EF4-FFF2-40B4-BE49-F238E27FC236}">
                <a16:creationId xmlns:a16="http://schemas.microsoft.com/office/drawing/2014/main" id="{0EA88870-1C44-4449-912B-C81DC4914CC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59999" y="360000"/>
            <a:ext cx="9000000" cy="90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>
            <a:lvl1pPr algn="l">
              <a:lnSpc>
                <a:spcPct val="166666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None/>
              <a:defRPr/>
            </a:lvl2pPr>
            <a:lvl3pPr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None/>
              <a:defRPr/>
            </a:lvl3pPr>
            <a:lvl4pPr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None/>
              <a:defRPr/>
            </a:lvl4pPr>
            <a:lvl5pPr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None/>
              <a:defRPr/>
            </a:lvl5pPr>
            <a:lvl6pPr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None/>
              <a:defRPr/>
            </a:lvl6pPr>
            <a:lvl7pPr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None/>
              <a:defRPr/>
            </a:lvl7pPr>
            <a:lvl8pPr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None/>
              <a:defRPr/>
            </a:lvl8pPr>
            <a:lvl9pPr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140" name="Google Shape;140;p27">
            <a:extLst xmlns:a="http://schemas.openxmlformats.org/drawingml/2006/main">
              <a:ext uri="{FF2B5EF4-FFF2-40B4-BE49-F238E27FC236}">
                <a16:creationId xmlns:a16="http://schemas.microsoft.com/office/drawing/2014/main" id="{A464A5B4-6B05-4BCB-BC70-3FD43F4DBC6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11574470" y="6480000"/>
            <a:ext cx="157094" cy="1538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spAutoFit/>
          </a:bodyPr>
          <a:lstStyle xmlns:a="http://schemas.openxmlformats.org/drawingml/2006/main">
            <a:lvl1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</a:p>
        </p:txBody>
      </p:sp>
      <p:sp>
        <p:nvSpPr>
          <p:cNvPr id="141" name="Google Shape;141;p27">
            <a:extLst xmlns:a="http://schemas.openxmlformats.org/drawingml/2006/main">
              <a:ext uri="{FF2B5EF4-FFF2-40B4-BE49-F238E27FC236}">
                <a16:creationId xmlns:a16="http://schemas.microsoft.com/office/drawing/2014/main" id="{B5D10AA3-13E9-4215-8FE6-06147DC16FD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360000" y="2610760"/>
            <a:ext cx="3478685" cy="2108201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2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182875" tIns="182875" rIns="182875" bIns="182875" anchor="ctr">
            <a:normAutofit/>
          </a:bodyPr>
          <a:lstStyle xmlns:a="http://schemas.openxmlformats.org/drawingml/2006/main">
            <a:lvl1pPr marL="45720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i="0" u="none" cap="none">
                <a:solidFill>
                  <a:schemeClr val="lt1"/>
                </a:solidFill>
                <a:latin typeface="Arial"/>
                <a:ea typeface="Arial"/>
                <a:cs typeface="Arial"/>
              </a:defRPr>
            </a:lvl1pPr>
            <a:lvl2pPr marL="91440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i="0" u="none" cap="none">
                <a:solidFill>
                  <a:srgbClr val="B40000"/>
                </a:solidFill>
                <a:latin typeface="Arial"/>
                <a:ea typeface="Arial"/>
                <a:cs typeface="Arial"/>
              </a:defRPr>
            </a:lvl2pPr>
            <a:lvl3pPr marL="137160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i="0" u="none" cap="none">
                <a:solidFill>
                  <a:srgbClr val="B40000"/>
                </a:solidFill>
                <a:latin typeface="Arial"/>
                <a:ea typeface="Arial"/>
                <a:cs typeface="Arial"/>
              </a:defRPr>
            </a:lvl3pPr>
            <a:lvl4pPr marL="182880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i="0" u="none" cap="none">
                <a:solidFill>
                  <a:srgbClr val="B40000"/>
                </a:solidFill>
                <a:latin typeface="Arial"/>
                <a:ea typeface="Arial"/>
                <a:cs typeface="Arial"/>
              </a:defRPr>
            </a:lvl4pPr>
            <a:lvl5pPr marL="228600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i="0" u="none" cap="none">
                <a:solidFill>
                  <a:srgbClr val="B40000"/>
                </a:solidFill>
                <a:latin typeface="Arial"/>
                <a:ea typeface="Arial"/>
                <a:cs typeface="Arial"/>
              </a:defRPr>
            </a:lvl5pPr>
            <a:lvl6pPr marL="2743200" indent="-30480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har char="•"/>
              <a:defRPr sz="1200" b="0" i="0" u="none" cap="none">
                <a:solidFill>
                  <a:srgbClr val="007565"/>
                </a:solidFill>
                <a:latin typeface="Arial"/>
                <a:ea typeface="Arial"/>
                <a:cs typeface="Arial"/>
              </a:defRPr>
            </a:lvl6pPr>
            <a:lvl7pPr marL="3200400" indent="-30480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har char="•"/>
              <a:defRPr sz="1200" b="0" i="0" u="none" cap="none">
                <a:solidFill>
                  <a:srgbClr val="007565"/>
                </a:solidFill>
                <a:latin typeface="Arial"/>
                <a:ea typeface="Arial"/>
                <a:cs typeface="Arial"/>
              </a:defRPr>
            </a:lvl7pPr>
            <a:lvl8pPr marL="3657600" indent="-30480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har char="•"/>
              <a:defRPr sz="1200" b="0" i="0" u="none" cap="none">
                <a:solidFill>
                  <a:srgbClr val="007565"/>
                </a:solidFill>
                <a:latin typeface="Arial"/>
                <a:ea typeface="Arial"/>
                <a:cs typeface="Arial"/>
              </a:defRPr>
            </a:lvl8pPr>
            <a:lvl9pPr marL="4114800" indent="-30480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har char="•"/>
              <a:defRPr sz="1200" b="0" i="0" u="none" cap="none">
                <a:solidFill>
                  <a:srgbClr val="00756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/>
        </p:txBody>
      </p:sp>
      <p:sp>
        <p:nvSpPr>
          <p:cNvPr id="142" name="Google Shape;142;p27">
            <a:extLst xmlns:a="http://schemas.openxmlformats.org/drawingml/2006/main">
              <a:ext uri="{FF2B5EF4-FFF2-40B4-BE49-F238E27FC236}">
                <a16:creationId xmlns:a16="http://schemas.microsoft.com/office/drawing/2014/main" id="{344575C9-D399-4078-AFDD-FAD110072549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4308328" y="2610760"/>
            <a:ext cx="3478685" cy="2108201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4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182875" tIns="182875" rIns="182875" bIns="182875" anchor="ctr">
            <a:normAutofit/>
          </a:bodyPr>
          <a:lstStyle xmlns:a="http://schemas.openxmlformats.org/drawingml/2006/main">
            <a:lvl1pPr marL="45720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i="0" u="none" cap="none">
                <a:solidFill>
                  <a:schemeClr val="lt1"/>
                </a:solidFill>
                <a:latin typeface="Arial"/>
                <a:ea typeface="Arial"/>
                <a:cs typeface="Arial"/>
              </a:defRPr>
            </a:lvl1pPr>
            <a:lvl2pPr marL="91440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i="0" u="none" cap="none">
                <a:solidFill>
                  <a:srgbClr val="B40000"/>
                </a:solidFill>
                <a:latin typeface="Arial"/>
                <a:ea typeface="Arial"/>
                <a:cs typeface="Arial"/>
              </a:defRPr>
            </a:lvl2pPr>
            <a:lvl3pPr marL="137160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i="0" u="none" cap="none">
                <a:solidFill>
                  <a:srgbClr val="B40000"/>
                </a:solidFill>
                <a:latin typeface="Arial"/>
                <a:ea typeface="Arial"/>
                <a:cs typeface="Arial"/>
              </a:defRPr>
            </a:lvl3pPr>
            <a:lvl4pPr marL="182880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i="0" u="none" cap="none">
                <a:solidFill>
                  <a:srgbClr val="B40000"/>
                </a:solidFill>
                <a:latin typeface="Arial"/>
                <a:ea typeface="Arial"/>
                <a:cs typeface="Arial"/>
              </a:defRPr>
            </a:lvl4pPr>
            <a:lvl5pPr marL="228600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i="0" u="none" cap="none">
                <a:solidFill>
                  <a:srgbClr val="B40000"/>
                </a:solidFill>
                <a:latin typeface="Arial"/>
                <a:ea typeface="Arial"/>
                <a:cs typeface="Arial"/>
              </a:defRPr>
            </a:lvl5pPr>
            <a:lvl6pPr marL="2743200" indent="-30480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har char="•"/>
              <a:defRPr sz="1200" b="0" i="0" u="none" cap="none">
                <a:solidFill>
                  <a:srgbClr val="007565"/>
                </a:solidFill>
                <a:latin typeface="Arial"/>
                <a:ea typeface="Arial"/>
                <a:cs typeface="Arial"/>
              </a:defRPr>
            </a:lvl6pPr>
            <a:lvl7pPr marL="3200400" indent="-30480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har char="•"/>
              <a:defRPr sz="1200" b="0" i="0" u="none" cap="none">
                <a:solidFill>
                  <a:srgbClr val="007565"/>
                </a:solidFill>
                <a:latin typeface="Arial"/>
                <a:ea typeface="Arial"/>
                <a:cs typeface="Arial"/>
              </a:defRPr>
            </a:lvl7pPr>
            <a:lvl8pPr marL="3657600" indent="-30480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har char="•"/>
              <a:defRPr sz="1200" b="0" i="0" u="none" cap="none">
                <a:solidFill>
                  <a:srgbClr val="007565"/>
                </a:solidFill>
                <a:latin typeface="Arial"/>
                <a:ea typeface="Arial"/>
                <a:cs typeface="Arial"/>
              </a:defRPr>
            </a:lvl8pPr>
            <a:lvl9pPr marL="4114800" indent="-30480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har char="•"/>
              <a:defRPr sz="1200" b="0" i="0" u="none" cap="none">
                <a:solidFill>
                  <a:srgbClr val="00756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/>
        </p:txBody>
      </p:sp>
      <p:sp>
        <p:nvSpPr>
          <p:cNvPr id="143" name="Google Shape;143;p27">
            <a:extLst xmlns:a="http://schemas.openxmlformats.org/drawingml/2006/main">
              <a:ext uri="{FF2B5EF4-FFF2-40B4-BE49-F238E27FC236}">
                <a16:creationId xmlns:a16="http://schemas.microsoft.com/office/drawing/2014/main" id="{79DD69D2-6945-4D6E-95EA-4AF5B65488FB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8256655" y="2610760"/>
            <a:ext cx="3478685" cy="2108201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3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182875" tIns="182875" rIns="182875" bIns="182875" anchor="ctr">
            <a:normAutofit/>
          </a:bodyPr>
          <a:lstStyle xmlns:a="http://schemas.openxmlformats.org/drawingml/2006/main">
            <a:lvl1pPr marL="45720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i="0" u="none" cap="none">
                <a:solidFill>
                  <a:schemeClr val="lt1"/>
                </a:solidFill>
                <a:latin typeface="Arial"/>
                <a:ea typeface="Arial"/>
                <a:cs typeface="Arial"/>
              </a:defRPr>
            </a:lvl1pPr>
            <a:lvl2pPr marL="91440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i="0" u="none" cap="none">
                <a:solidFill>
                  <a:srgbClr val="B40000"/>
                </a:solidFill>
                <a:latin typeface="Arial"/>
                <a:ea typeface="Arial"/>
                <a:cs typeface="Arial"/>
              </a:defRPr>
            </a:lvl2pPr>
            <a:lvl3pPr marL="137160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i="0" u="none" cap="none">
                <a:solidFill>
                  <a:srgbClr val="B40000"/>
                </a:solidFill>
                <a:latin typeface="Arial"/>
                <a:ea typeface="Arial"/>
                <a:cs typeface="Arial"/>
              </a:defRPr>
            </a:lvl3pPr>
            <a:lvl4pPr marL="182880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i="0" u="none" cap="none">
                <a:solidFill>
                  <a:srgbClr val="B40000"/>
                </a:solidFill>
                <a:latin typeface="Arial"/>
                <a:ea typeface="Arial"/>
                <a:cs typeface="Arial"/>
              </a:defRPr>
            </a:lvl4pPr>
            <a:lvl5pPr marL="228600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i="0" u="none" cap="none">
                <a:solidFill>
                  <a:srgbClr val="B40000"/>
                </a:solidFill>
                <a:latin typeface="Arial"/>
                <a:ea typeface="Arial"/>
                <a:cs typeface="Arial"/>
              </a:defRPr>
            </a:lvl5pPr>
            <a:lvl6pPr marL="2743200" indent="-30480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har char="•"/>
              <a:defRPr sz="1200" b="0" i="0" u="none" cap="none">
                <a:solidFill>
                  <a:srgbClr val="007565"/>
                </a:solidFill>
                <a:latin typeface="Arial"/>
                <a:ea typeface="Arial"/>
                <a:cs typeface="Arial"/>
              </a:defRPr>
            </a:lvl6pPr>
            <a:lvl7pPr marL="3200400" indent="-30480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har char="•"/>
              <a:defRPr sz="1200" b="0" i="0" u="none" cap="none">
                <a:solidFill>
                  <a:srgbClr val="007565"/>
                </a:solidFill>
                <a:latin typeface="Arial"/>
                <a:ea typeface="Arial"/>
                <a:cs typeface="Arial"/>
              </a:defRPr>
            </a:lvl7pPr>
            <a:lvl8pPr marL="3657600" indent="-30480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har char="•"/>
              <a:defRPr sz="1200" b="0" i="0" u="none" cap="none">
                <a:solidFill>
                  <a:srgbClr val="007565"/>
                </a:solidFill>
                <a:latin typeface="Arial"/>
                <a:ea typeface="Arial"/>
                <a:cs typeface="Arial"/>
              </a:defRPr>
            </a:lvl8pPr>
            <a:lvl9pPr marL="4114800" indent="-30480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har char="•"/>
              <a:defRPr sz="1200" b="0" i="0" u="none" cap="none">
                <a:solidFill>
                  <a:srgbClr val="00756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20.xml><?xml version="1.0" encoding="utf-8"?>
<p:sldLayout xmlns:p="http://schemas.openxmlformats.org/presentationml/2006/main" showMasterSp="0" matchingName="Slide with logo Dark">
  <p:cSld name="Slide with logo Dark">
    <p:bg>
      <p:bgPr>
        <a:solidFill xmlns:a="http://schemas.openxmlformats.org/drawingml/2006/main">
          <a:schemeClr val="accent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5" name="Google Shape;145;p28">
            <a:extLst xmlns:a="http://schemas.openxmlformats.org/drawingml/2006/main">
              <a:ext uri="{FF2B5EF4-FFF2-40B4-BE49-F238E27FC236}">
                <a16:creationId xmlns:a16="http://schemas.microsoft.com/office/drawing/2014/main" id="{DCE9FEA9-3780-4134-9280-B4C5E188EC1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11574470" y="6480000"/>
            <a:ext cx="157094" cy="1538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spAutoFit/>
          </a:bodyPr>
          <a:lstStyle xmlns:a="http://schemas.openxmlformats.org/drawingml/2006/main">
            <a:lvl1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lt1"/>
                </a:solidFill>
                <a:latin typeface="Arial"/>
                <a:ea typeface="Arial"/>
                <a:cs typeface="Arial"/>
              </a:defRPr>
            </a:lvl1pPr>
            <a:lvl2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lt1"/>
                </a:solidFill>
                <a:latin typeface="Arial"/>
                <a:ea typeface="Arial"/>
                <a:cs typeface="Arial"/>
              </a:defRPr>
            </a:lvl2pPr>
            <a:lvl3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lt1"/>
                </a:solidFill>
                <a:latin typeface="Arial"/>
                <a:ea typeface="Arial"/>
                <a:cs typeface="Arial"/>
              </a:defRPr>
            </a:lvl3pPr>
            <a:lvl4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lt1"/>
                </a:solidFill>
                <a:latin typeface="Arial"/>
                <a:ea typeface="Arial"/>
                <a:cs typeface="Arial"/>
              </a:defRPr>
            </a:lvl4pPr>
            <a:lvl5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lt1"/>
                </a:solidFill>
                <a:latin typeface="Arial"/>
                <a:ea typeface="Arial"/>
                <a:cs typeface="Arial"/>
              </a:defRPr>
            </a:lvl5pPr>
            <a:lvl6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lt1"/>
                </a:solidFill>
                <a:latin typeface="Arial"/>
                <a:ea typeface="Arial"/>
                <a:cs typeface="Arial"/>
              </a:defRPr>
            </a:lvl6pPr>
            <a:lvl7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lt1"/>
                </a:solidFill>
                <a:latin typeface="Arial"/>
                <a:ea typeface="Arial"/>
                <a:cs typeface="Arial"/>
              </a:defRPr>
            </a:lvl7pPr>
            <a:lvl8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lt1"/>
                </a:solidFill>
                <a:latin typeface="Arial"/>
                <a:ea typeface="Arial"/>
                <a:cs typeface="Arial"/>
              </a:defRPr>
            </a:lvl8pPr>
            <a:lvl9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lt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</a:p>
        </p:txBody>
      </p:sp>
      <p:sp>
        <p:nvSpPr>
          <p:cNvPr id="146" name="Google Shape;146;p28">
            <a:extLst xmlns:a="http://schemas.openxmlformats.org/drawingml/2006/main">
              <a:ext uri="{FF2B5EF4-FFF2-40B4-BE49-F238E27FC236}">
                <a16:creationId xmlns:a16="http://schemas.microsoft.com/office/drawing/2014/main" id="{C30B40E7-D4B7-4FD7-9024-9B1335AD6F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0" y="6761481"/>
            <a:ext cx="12178800" cy="9652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4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pic>
        <p:nvPicPr>
          <p:cNvPr id="147" name="Google Shape;147;p28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02a70bcc98614d2a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10897966" y="362285"/>
            <a:ext cx="835200" cy="4176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</p:cSld>
</p:sldLayout>
</file>

<file path=ppt/slideLayouts/slideLayout21.xml><?xml version="1.0" encoding="utf-8"?>
<p:sldLayout xmlns:p="http://schemas.openxmlformats.org/presentationml/2006/main" showMasterSp="0" matchingName="1_Slide with logo Teal">
  <p:cSld name="1_Slide with logo Teal">
    <p:bg>
      <p:bgPr>
        <a:solidFill xmlns:a="http://schemas.openxmlformats.org/drawingml/2006/main">
          <a:schemeClr val="accent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9" name="Google Shape;149;p29">
            <a:extLst xmlns:a="http://schemas.openxmlformats.org/drawingml/2006/main">
              <a:ext uri="{FF2B5EF4-FFF2-40B4-BE49-F238E27FC236}">
                <a16:creationId xmlns:a16="http://schemas.microsoft.com/office/drawing/2014/main" id="{0A3220FC-A95D-4295-AC09-BF0BBB1A488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11574470" y="6480000"/>
            <a:ext cx="157094" cy="1538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spAutoFit/>
          </a:bodyPr>
          <a:lstStyle xmlns:a="http://schemas.openxmlformats.org/drawingml/2006/main">
            <a:lvl1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lt1"/>
                </a:solidFill>
                <a:latin typeface="Arial"/>
                <a:ea typeface="Arial"/>
                <a:cs typeface="Arial"/>
              </a:defRPr>
            </a:lvl1pPr>
            <a:lvl2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lt1"/>
                </a:solidFill>
                <a:latin typeface="Arial"/>
                <a:ea typeface="Arial"/>
                <a:cs typeface="Arial"/>
              </a:defRPr>
            </a:lvl2pPr>
            <a:lvl3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lt1"/>
                </a:solidFill>
                <a:latin typeface="Arial"/>
                <a:ea typeface="Arial"/>
                <a:cs typeface="Arial"/>
              </a:defRPr>
            </a:lvl3pPr>
            <a:lvl4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lt1"/>
                </a:solidFill>
                <a:latin typeface="Arial"/>
                <a:ea typeface="Arial"/>
                <a:cs typeface="Arial"/>
              </a:defRPr>
            </a:lvl4pPr>
            <a:lvl5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lt1"/>
                </a:solidFill>
                <a:latin typeface="Arial"/>
                <a:ea typeface="Arial"/>
                <a:cs typeface="Arial"/>
              </a:defRPr>
            </a:lvl5pPr>
            <a:lvl6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lt1"/>
                </a:solidFill>
                <a:latin typeface="Arial"/>
                <a:ea typeface="Arial"/>
                <a:cs typeface="Arial"/>
              </a:defRPr>
            </a:lvl6pPr>
            <a:lvl7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lt1"/>
                </a:solidFill>
                <a:latin typeface="Arial"/>
                <a:ea typeface="Arial"/>
                <a:cs typeface="Arial"/>
              </a:defRPr>
            </a:lvl7pPr>
            <a:lvl8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lt1"/>
                </a:solidFill>
                <a:latin typeface="Arial"/>
                <a:ea typeface="Arial"/>
                <a:cs typeface="Arial"/>
              </a:defRPr>
            </a:lvl8pPr>
            <a:lvl9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lt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</a:p>
        </p:txBody>
      </p:sp>
      <p:sp>
        <p:nvSpPr>
          <p:cNvPr id="150" name="Google Shape;150;p29">
            <a:extLst xmlns:a="http://schemas.openxmlformats.org/drawingml/2006/main">
              <a:ext uri="{FF2B5EF4-FFF2-40B4-BE49-F238E27FC236}">
                <a16:creationId xmlns:a16="http://schemas.microsoft.com/office/drawing/2014/main" id="{1EB211DB-BC64-4EF3-923F-5E88A4BB54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0" y="6761481"/>
            <a:ext cx="12178800" cy="9652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2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pic>
        <p:nvPicPr>
          <p:cNvPr id="151" name="Google Shape;151;p29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274af874587a40ef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10897966" y="362285"/>
            <a:ext cx="835200" cy="4176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</p:cSld>
</p:sldLayout>
</file>

<file path=ppt/slideLayouts/slideLayout22.xml><?xml version="1.0" encoding="utf-8"?>
<p:sldLayout xmlns:p="http://schemas.openxmlformats.org/presentationml/2006/main" showMasterSp="0" matchingName="Thank You Slide">
  <p:cSld name="Thank You Slide">
    <p:bg>
      <p:bgPr>
        <a:solidFill xmlns:a="http://schemas.openxmlformats.org/drawingml/2006/main">
          <a:schemeClr val="accent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3" name="Google Shape;153;p30">
            <a:extLst xmlns:a="http://schemas.openxmlformats.org/drawingml/2006/main">
              <a:ext uri="{FF2B5EF4-FFF2-40B4-BE49-F238E27FC236}">
                <a16:creationId xmlns:a16="http://schemas.microsoft.com/office/drawing/2014/main" id="{AE986438-7C07-43EC-A33A-1F6FB97695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529" y="190499"/>
            <a:ext cx="11848241" cy="64770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 cmpd="sng">
            <a:solidFill>
              <a:schemeClr val="lt1"/>
            </a:solidFill>
            <a:prstDash val="solid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pic>
        <p:nvPicPr>
          <p:cNvPr id="154" name="Google Shape;154;p3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d60497cd1be94dd7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600348" y="393566"/>
            <a:ext cx="6557644" cy="3556001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155" name="Google Shape;155;p30">
            <a:extLst xmlns:a="http://schemas.openxmlformats.org/drawingml/2006/main">
              <a:ext uri="{FF2B5EF4-FFF2-40B4-BE49-F238E27FC236}">
                <a16:creationId xmlns:a16="http://schemas.microsoft.com/office/drawing/2014/main" id="{A18DE808-C59C-4347-9611-154957EF8076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17538" y="4291334"/>
            <a:ext cx="2340000" cy="3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>
            <a:lvl1pPr marL="45720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600" b="1" i="0" u="none" cap="none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 marL="914400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None/>
              <a:defRPr sz="1200" b="0" i="0" u="none" cap="none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 marL="137160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b="0" i="0" u="none" cap="none">
                <a:solidFill>
                  <a:srgbClr val="007565"/>
                </a:solidFill>
                <a:latin typeface="Arial"/>
                <a:ea typeface="Arial"/>
                <a:cs typeface="Arial"/>
              </a:defRPr>
            </a:lvl3pPr>
            <a:lvl4pPr marL="1828800" indent="-3175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har char="•"/>
              <a:defRPr sz="1400" b="0" i="0" u="none" cap="none">
                <a:solidFill>
                  <a:srgbClr val="007565"/>
                </a:solidFill>
                <a:latin typeface="Arial"/>
                <a:ea typeface="Arial"/>
                <a:cs typeface="Arial"/>
              </a:defRPr>
            </a:lvl4pPr>
            <a:lvl5pPr marL="2286000" indent="-3175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har char="-"/>
              <a:defRPr sz="1400" b="0" i="0" u="none" cap="none">
                <a:solidFill>
                  <a:srgbClr val="007565"/>
                </a:solidFill>
                <a:latin typeface="Arial"/>
                <a:ea typeface="Arial"/>
                <a:cs typeface="Arial"/>
              </a:defRPr>
            </a:lvl5pPr>
            <a:lvl6pPr marL="2743200" indent="-30480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har char="•"/>
              <a:defRPr sz="1200" b="0" i="0" u="none" cap="none">
                <a:solidFill>
                  <a:srgbClr val="007565"/>
                </a:solidFill>
                <a:latin typeface="Arial"/>
                <a:ea typeface="Arial"/>
                <a:cs typeface="Arial"/>
              </a:defRPr>
            </a:lvl6pPr>
            <a:lvl7pPr marL="3200400" indent="-30480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har char="•"/>
              <a:defRPr sz="1200" b="0" i="0" u="none" cap="none">
                <a:solidFill>
                  <a:srgbClr val="007565"/>
                </a:solidFill>
                <a:latin typeface="Arial"/>
                <a:ea typeface="Arial"/>
                <a:cs typeface="Arial"/>
              </a:defRPr>
            </a:lvl7pPr>
            <a:lvl8pPr marL="3657600" indent="-30480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har char="•"/>
              <a:defRPr sz="1200" b="0" i="0" u="none" cap="none">
                <a:solidFill>
                  <a:srgbClr val="007565"/>
                </a:solidFill>
                <a:latin typeface="Arial"/>
                <a:ea typeface="Arial"/>
                <a:cs typeface="Arial"/>
              </a:defRPr>
            </a:lvl8pPr>
            <a:lvl9pPr marL="4114800" indent="-30480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har char="•"/>
              <a:defRPr sz="1200" b="0" i="0" u="none" cap="none">
                <a:solidFill>
                  <a:srgbClr val="00756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/>
        </p:txBody>
      </p:sp>
      <p:sp>
        <p:nvSpPr>
          <p:cNvPr id="156" name="Google Shape;156;p30">
            <a:extLst xmlns:a="http://schemas.openxmlformats.org/drawingml/2006/main">
              <a:ext uri="{FF2B5EF4-FFF2-40B4-BE49-F238E27FC236}">
                <a16:creationId xmlns:a16="http://schemas.microsoft.com/office/drawing/2014/main" id="{140AEC44-001C-483F-8604-B111EA9F718A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3473690" y="4291334"/>
            <a:ext cx="2340000" cy="3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>
            <a:lvl1pPr marL="45720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600" b="1" i="0" u="none" cap="none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 marL="914400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None/>
              <a:defRPr sz="1200" b="0" i="0" u="none" cap="none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 marL="137160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b="0" i="0" u="none" cap="none">
                <a:solidFill>
                  <a:srgbClr val="007565"/>
                </a:solidFill>
                <a:latin typeface="Arial"/>
                <a:ea typeface="Arial"/>
                <a:cs typeface="Arial"/>
              </a:defRPr>
            </a:lvl3pPr>
            <a:lvl4pPr marL="1828800" indent="-3175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har char="•"/>
              <a:defRPr sz="1400" b="0" i="0" u="none" cap="none">
                <a:solidFill>
                  <a:srgbClr val="007565"/>
                </a:solidFill>
                <a:latin typeface="Arial"/>
                <a:ea typeface="Arial"/>
                <a:cs typeface="Arial"/>
              </a:defRPr>
            </a:lvl4pPr>
            <a:lvl5pPr marL="2286000" indent="-3175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har char="-"/>
              <a:defRPr sz="1400" b="0" i="0" u="none" cap="none">
                <a:solidFill>
                  <a:srgbClr val="007565"/>
                </a:solidFill>
                <a:latin typeface="Arial"/>
                <a:ea typeface="Arial"/>
                <a:cs typeface="Arial"/>
              </a:defRPr>
            </a:lvl5pPr>
            <a:lvl6pPr marL="2743200" indent="-30480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har char="•"/>
              <a:defRPr sz="1200" b="0" i="0" u="none" cap="none">
                <a:solidFill>
                  <a:srgbClr val="007565"/>
                </a:solidFill>
                <a:latin typeface="Arial"/>
                <a:ea typeface="Arial"/>
                <a:cs typeface="Arial"/>
              </a:defRPr>
            </a:lvl6pPr>
            <a:lvl7pPr marL="3200400" indent="-30480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har char="•"/>
              <a:defRPr sz="1200" b="0" i="0" u="none" cap="none">
                <a:solidFill>
                  <a:srgbClr val="007565"/>
                </a:solidFill>
                <a:latin typeface="Arial"/>
                <a:ea typeface="Arial"/>
                <a:cs typeface="Arial"/>
              </a:defRPr>
            </a:lvl7pPr>
            <a:lvl8pPr marL="3657600" indent="-30480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har char="•"/>
              <a:defRPr sz="1200" b="0" i="0" u="none" cap="none">
                <a:solidFill>
                  <a:srgbClr val="007565"/>
                </a:solidFill>
                <a:latin typeface="Arial"/>
                <a:ea typeface="Arial"/>
                <a:cs typeface="Arial"/>
              </a:defRPr>
            </a:lvl8pPr>
            <a:lvl9pPr marL="4114800" indent="-30480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har char="•"/>
              <a:defRPr sz="1200" b="0" i="0" u="none" cap="none">
                <a:solidFill>
                  <a:srgbClr val="00756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/>
        </p:txBody>
      </p:sp>
      <p:sp>
        <p:nvSpPr>
          <p:cNvPr id="157" name="Google Shape;157;p30">
            <a:extLst xmlns:a="http://schemas.openxmlformats.org/drawingml/2006/main">
              <a:ext uri="{FF2B5EF4-FFF2-40B4-BE49-F238E27FC236}">
                <a16:creationId xmlns:a16="http://schemas.microsoft.com/office/drawing/2014/main" id="{B2A35FE3-A5B4-4649-99E3-27769BB85141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6329842" y="4291334"/>
            <a:ext cx="2340000" cy="3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>
            <a:lvl1pPr marL="45720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600" b="1" i="0" u="none" cap="none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 marL="914400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None/>
              <a:defRPr sz="1200" b="0" i="0" u="none" cap="none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 marL="137160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b="0" i="0" u="none" cap="none">
                <a:solidFill>
                  <a:srgbClr val="007565"/>
                </a:solidFill>
                <a:latin typeface="Arial"/>
                <a:ea typeface="Arial"/>
                <a:cs typeface="Arial"/>
              </a:defRPr>
            </a:lvl3pPr>
            <a:lvl4pPr marL="1828800" indent="-3175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har char="•"/>
              <a:defRPr sz="1400" b="0" i="0" u="none" cap="none">
                <a:solidFill>
                  <a:srgbClr val="007565"/>
                </a:solidFill>
                <a:latin typeface="Arial"/>
                <a:ea typeface="Arial"/>
                <a:cs typeface="Arial"/>
              </a:defRPr>
            </a:lvl4pPr>
            <a:lvl5pPr marL="2286000" indent="-3175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har char="-"/>
              <a:defRPr sz="1400" b="0" i="0" u="none" cap="none">
                <a:solidFill>
                  <a:srgbClr val="007565"/>
                </a:solidFill>
                <a:latin typeface="Arial"/>
                <a:ea typeface="Arial"/>
                <a:cs typeface="Arial"/>
              </a:defRPr>
            </a:lvl5pPr>
            <a:lvl6pPr marL="2743200" indent="-30480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har char="•"/>
              <a:defRPr sz="1200" b="0" i="0" u="none" cap="none">
                <a:solidFill>
                  <a:srgbClr val="007565"/>
                </a:solidFill>
                <a:latin typeface="Arial"/>
                <a:ea typeface="Arial"/>
                <a:cs typeface="Arial"/>
              </a:defRPr>
            </a:lvl6pPr>
            <a:lvl7pPr marL="3200400" indent="-30480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har char="•"/>
              <a:defRPr sz="1200" b="0" i="0" u="none" cap="none">
                <a:solidFill>
                  <a:srgbClr val="007565"/>
                </a:solidFill>
                <a:latin typeface="Arial"/>
                <a:ea typeface="Arial"/>
                <a:cs typeface="Arial"/>
              </a:defRPr>
            </a:lvl7pPr>
            <a:lvl8pPr marL="3657600" indent="-30480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har char="•"/>
              <a:defRPr sz="1200" b="0" i="0" u="none" cap="none">
                <a:solidFill>
                  <a:srgbClr val="007565"/>
                </a:solidFill>
                <a:latin typeface="Arial"/>
                <a:ea typeface="Arial"/>
                <a:cs typeface="Arial"/>
              </a:defRPr>
            </a:lvl8pPr>
            <a:lvl9pPr marL="4114800" indent="-30480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har char="•"/>
              <a:defRPr sz="1200" b="0" i="0" u="none" cap="none">
                <a:solidFill>
                  <a:srgbClr val="00756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/>
        </p:txBody>
      </p:sp>
      <p:sp>
        <p:nvSpPr>
          <p:cNvPr id="158" name="Google Shape;158;p30">
            <a:extLst xmlns:a="http://schemas.openxmlformats.org/drawingml/2006/main">
              <a:ext uri="{FF2B5EF4-FFF2-40B4-BE49-F238E27FC236}">
                <a16:creationId xmlns:a16="http://schemas.microsoft.com/office/drawing/2014/main" id="{AF050C03-FFF8-4F3C-B1F1-229657591C8E}"/>
              </a:ext>
            </a:extLst>
          </p:cNvPr>
          <p:cNvSpPr>
            <a:spLocks xmlns:a="http://schemas.openxmlformats.org/drawingml/2006/main" noGrp="1"/>
          </p:cNvSpPr>
          <p:nvPr>
            <p:ph type="body" idx="4"/>
          </p:nvPr>
        </p:nvSpPr>
        <p:spPr>
          <a:xfrm xmlns:a="http://schemas.openxmlformats.org/drawingml/2006/main">
            <a:off x="9185994" y="4291334"/>
            <a:ext cx="2340000" cy="3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>
            <a:lvl1pPr marL="45720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600" b="1" i="0" u="none" cap="none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 marL="914400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None/>
              <a:defRPr sz="1200" b="0" i="0" u="none" cap="none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 marL="137160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b="0" i="0" u="none" cap="none">
                <a:solidFill>
                  <a:srgbClr val="007565"/>
                </a:solidFill>
                <a:latin typeface="Arial"/>
                <a:ea typeface="Arial"/>
                <a:cs typeface="Arial"/>
              </a:defRPr>
            </a:lvl3pPr>
            <a:lvl4pPr marL="1828800" indent="-3175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har char="•"/>
              <a:defRPr sz="1400" b="0" i="0" u="none" cap="none">
                <a:solidFill>
                  <a:srgbClr val="007565"/>
                </a:solidFill>
                <a:latin typeface="Arial"/>
                <a:ea typeface="Arial"/>
                <a:cs typeface="Arial"/>
              </a:defRPr>
            </a:lvl4pPr>
            <a:lvl5pPr marL="2286000" indent="-3175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har char="-"/>
              <a:defRPr sz="1400" b="0" i="0" u="none" cap="none">
                <a:solidFill>
                  <a:srgbClr val="007565"/>
                </a:solidFill>
                <a:latin typeface="Arial"/>
                <a:ea typeface="Arial"/>
                <a:cs typeface="Arial"/>
              </a:defRPr>
            </a:lvl5pPr>
            <a:lvl6pPr marL="2743200" indent="-30480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har char="•"/>
              <a:defRPr sz="1200" b="0" i="0" u="none" cap="none">
                <a:solidFill>
                  <a:srgbClr val="007565"/>
                </a:solidFill>
                <a:latin typeface="Arial"/>
                <a:ea typeface="Arial"/>
                <a:cs typeface="Arial"/>
              </a:defRPr>
            </a:lvl6pPr>
            <a:lvl7pPr marL="3200400" indent="-30480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har char="•"/>
              <a:defRPr sz="1200" b="0" i="0" u="none" cap="none">
                <a:solidFill>
                  <a:srgbClr val="007565"/>
                </a:solidFill>
                <a:latin typeface="Arial"/>
                <a:ea typeface="Arial"/>
                <a:cs typeface="Arial"/>
              </a:defRPr>
            </a:lvl7pPr>
            <a:lvl8pPr marL="3657600" indent="-30480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har char="•"/>
              <a:defRPr sz="1200" b="0" i="0" u="none" cap="none">
                <a:solidFill>
                  <a:srgbClr val="007565"/>
                </a:solidFill>
                <a:latin typeface="Arial"/>
                <a:ea typeface="Arial"/>
                <a:cs typeface="Arial"/>
              </a:defRPr>
            </a:lvl8pPr>
            <a:lvl9pPr marL="4114800" indent="-30480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har char="•"/>
              <a:defRPr sz="1200" b="0" i="0" u="none" cap="none">
                <a:solidFill>
                  <a:srgbClr val="00756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/>
        </p:txBody>
      </p:sp>
      <p:sp>
        <p:nvSpPr>
          <p:cNvPr id="159" name="Google Shape;159;p30">
            <a:extLst xmlns:a="http://schemas.openxmlformats.org/drawingml/2006/main">
              <a:ext uri="{FF2B5EF4-FFF2-40B4-BE49-F238E27FC236}">
                <a16:creationId xmlns:a16="http://schemas.microsoft.com/office/drawing/2014/main" id="{4C64CBD7-4094-421F-BEC8-C877C314CCB1}"/>
              </a:ext>
            </a:extLst>
          </p:cNvPr>
          <p:cNvSpPr>
            <a:spLocks xmlns:a="http://schemas.openxmlformats.org/drawingml/2006/main" noGrp="1"/>
          </p:cNvSpPr>
          <p:nvPr>
            <p:ph type="body" idx="5"/>
          </p:nvPr>
        </p:nvSpPr>
        <p:spPr>
          <a:xfrm xmlns:a="http://schemas.openxmlformats.org/drawingml/2006/main">
            <a:off x="617538" y="4725144"/>
            <a:ext cx="2340000" cy="3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>
            <a:lvl1pPr marL="45720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0" i="0" u="none" cap="none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 marL="914400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None/>
              <a:defRPr sz="1200" b="0" i="0" u="none" cap="none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 marL="137160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b="0" i="0" u="none" cap="none">
                <a:solidFill>
                  <a:srgbClr val="007565"/>
                </a:solidFill>
                <a:latin typeface="Arial"/>
                <a:ea typeface="Arial"/>
                <a:cs typeface="Arial"/>
              </a:defRPr>
            </a:lvl3pPr>
            <a:lvl4pPr marL="1828800" indent="-3175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har char="•"/>
              <a:defRPr sz="1400" b="0" i="0" u="none" cap="none">
                <a:solidFill>
                  <a:srgbClr val="007565"/>
                </a:solidFill>
                <a:latin typeface="Arial"/>
                <a:ea typeface="Arial"/>
                <a:cs typeface="Arial"/>
              </a:defRPr>
            </a:lvl4pPr>
            <a:lvl5pPr marL="2286000" indent="-3175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har char="-"/>
              <a:defRPr sz="1400" b="0" i="0" u="none" cap="none">
                <a:solidFill>
                  <a:srgbClr val="007565"/>
                </a:solidFill>
                <a:latin typeface="Arial"/>
                <a:ea typeface="Arial"/>
                <a:cs typeface="Arial"/>
              </a:defRPr>
            </a:lvl5pPr>
            <a:lvl6pPr marL="2743200" indent="-30480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har char="•"/>
              <a:defRPr sz="1200" b="0" i="0" u="none" cap="none">
                <a:solidFill>
                  <a:srgbClr val="007565"/>
                </a:solidFill>
                <a:latin typeface="Arial"/>
                <a:ea typeface="Arial"/>
                <a:cs typeface="Arial"/>
              </a:defRPr>
            </a:lvl6pPr>
            <a:lvl7pPr marL="3200400" indent="-30480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har char="•"/>
              <a:defRPr sz="1200" b="0" i="0" u="none" cap="none">
                <a:solidFill>
                  <a:srgbClr val="007565"/>
                </a:solidFill>
                <a:latin typeface="Arial"/>
                <a:ea typeface="Arial"/>
                <a:cs typeface="Arial"/>
              </a:defRPr>
            </a:lvl7pPr>
            <a:lvl8pPr marL="3657600" indent="-30480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har char="•"/>
              <a:defRPr sz="1200" b="0" i="0" u="none" cap="none">
                <a:solidFill>
                  <a:srgbClr val="007565"/>
                </a:solidFill>
                <a:latin typeface="Arial"/>
                <a:ea typeface="Arial"/>
                <a:cs typeface="Arial"/>
              </a:defRPr>
            </a:lvl8pPr>
            <a:lvl9pPr marL="4114800" indent="-30480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har char="•"/>
              <a:defRPr sz="1200" b="0" i="0" u="none" cap="none">
                <a:solidFill>
                  <a:srgbClr val="00756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/>
        </p:txBody>
      </p:sp>
      <p:sp>
        <p:nvSpPr>
          <p:cNvPr id="160" name="Google Shape;160;p30">
            <a:extLst xmlns:a="http://schemas.openxmlformats.org/drawingml/2006/main">
              <a:ext uri="{FF2B5EF4-FFF2-40B4-BE49-F238E27FC236}">
                <a16:creationId xmlns:a16="http://schemas.microsoft.com/office/drawing/2014/main" id="{66444640-3358-44F4-842B-76670DB4291A}"/>
              </a:ext>
            </a:extLst>
          </p:cNvPr>
          <p:cNvSpPr>
            <a:spLocks xmlns:a="http://schemas.openxmlformats.org/drawingml/2006/main" noGrp="1"/>
          </p:cNvSpPr>
          <p:nvPr>
            <p:ph type="body" idx="6"/>
          </p:nvPr>
        </p:nvSpPr>
        <p:spPr>
          <a:xfrm xmlns:a="http://schemas.openxmlformats.org/drawingml/2006/main">
            <a:off x="3473690" y="4725144"/>
            <a:ext cx="2340000" cy="3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>
            <a:lvl1pPr marL="45720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0" i="0" u="none" cap="none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 marL="914400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None/>
              <a:defRPr sz="1200" b="0" i="0" u="none" cap="none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 marL="137160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b="0" i="0" u="none" cap="none">
                <a:solidFill>
                  <a:srgbClr val="007565"/>
                </a:solidFill>
                <a:latin typeface="Arial"/>
                <a:ea typeface="Arial"/>
                <a:cs typeface="Arial"/>
              </a:defRPr>
            </a:lvl3pPr>
            <a:lvl4pPr marL="1828800" indent="-3175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har char="•"/>
              <a:defRPr sz="1400" b="0" i="0" u="none" cap="none">
                <a:solidFill>
                  <a:srgbClr val="007565"/>
                </a:solidFill>
                <a:latin typeface="Arial"/>
                <a:ea typeface="Arial"/>
                <a:cs typeface="Arial"/>
              </a:defRPr>
            </a:lvl4pPr>
            <a:lvl5pPr marL="2286000" indent="-3175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har char="-"/>
              <a:defRPr sz="1400" b="0" i="0" u="none" cap="none">
                <a:solidFill>
                  <a:srgbClr val="007565"/>
                </a:solidFill>
                <a:latin typeface="Arial"/>
                <a:ea typeface="Arial"/>
                <a:cs typeface="Arial"/>
              </a:defRPr>
            </a:lvl5pPr>
            <a:lvl6pPr marL="2743200" indent="-30480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har char="•"/>
              <a:defRPr sz="1200" b="0" i="0" u="none" cap="none">
                <a:solidFill>
                  <a:srgbClr val="007565"/>
                </a:solidFill>
                <a:latin typeface="Arial"/>
                <a:ea typeface="Arial"/>
                <a:cs typeface="Arial"/>
              </a:defRPr>
            </a:lvl6pPr>
            <a:lvl7pPr marL="3200400" indent="-30480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har char="•"/>
              <a:defRPr sz="1200" b="0" i="0" u="none" cap="none">
                <a:solidFill>
                  <a:srgbClr val="007565"/>
                </a:solidFill>
                <a:latin typeface="Arial"/>
                <a:ea typeface="Arial"/>
                <a:cs typeface="Arial"/>
              </a:defRPr>
            </a:lvl7pPr>
            <a:lvl8pPr marL="3657600" indent="-30480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har char="•"/>
              <a:defRPr sz="1200" b="0" i="0" u="none" cap="none">
                <a:solidFill>
                  <a:srgbClr val="007565"/>
                </a:solidFill>
                <a:latin typeface="Arial"/>
                <a:ea typeface="Arial"/>
                <a:cs typeface="Arial"/>
              </a:defRPr>
            </a:lvl8pPr>
            <a:lvl9pPr marL="4114800" indent="-30480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har char="•"/>
              <a:defRPr sz="1200" b="0" i="0" u="none" cap="none">
                <a:solidFill>
                  <a:srgbClr val="00756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/>
        </p:txBody>
      </p:sp>
      <p:sp>
        <p:nvSpPr>
          <p:cNvPr id="161" name="Google Shape;161;p30">
            <a:extLst xmlns:a="http://schemas.openxmlformats.org/drawingml/2006/main">
              <a:ext uri="{FF2B5EF4-FFF2-40B4-BE49-F238E27FC236}">
                <a16:creationId xmlns:a16="http://schemas.microsoft.com/office/drawing/2014/main" id="{AA469389-CE53-4A1F-9AC6-556E07628CF1}"/>
              </a:ext>
            </a:extLst>
          </p:cNvPr>
          <p:cNvSpPr>
            <a:spLocks xmlns:a="http://schemas.openxmlformats.org/drawingml/2006/main" noGrp="1"/>
          </p:cNvSpPr>
          <p:nvPr>
            <p:ph type="body" idx="7"/>
          </p:nvPr>
        </p:nvSpPr>
        <p:spPr>
          <a:xfrm xmlns:a="http://schemas.openxmlformats.org/drawingml/2006/main">
            <a:off x="6329842" y="4725144"/>
            <a:ext cx="2340000" cy="3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>
            <a:lvl1pPr marL="45720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0" i="0" u="none" cap="none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 marL="914400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None/>
              <a:defRPr sz="1200" b="0" i="0" u="none" cap="none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 marL="137160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b="0" i="0" u="none" cap="none">
                <a:solidFill>
                  <a:srgbClr val="007565"/>
                </a:solidFill>
                <a:latin typeface="Arial"/>
                <a:ea typeface="Arial"/>
                <a:cs typeface="Arial"/>
              </a:defRPr>
            </a:lvl3pPr>
            <a:lvl4pPr marL="1828800" indent="-3175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har char="•"/>
              <a:defRPr sz="1400" b="0" i="0" u="none" cap="none">
                <a:solidFill>
                  <a:srgbClr val="007565"/>
                </a:solidFill>
                <a:latin typeface="Arial"/>
                <a:ea typeface="Arial"/>
                <a:cs typeface="Arial"/>
              </a:defRPr>
            </a:lvl4pPr>
            <a:lvl5pPr marL="2286000" indent="-3175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har char="-"/>
              <a:defRPr sz="1400" b="0" i="0" u="none" cap="none">
                <a:solidFill>
                  <a:srgbClr val="007565"/>
                </a:solidFill>
                <a:latin typeface="Arial"/>
                <a:ea typeface="Arial"/>
                <a:cs typeface="Arial"/>
              </a:defRPr>
            </a:lvl5pPr>
            <a:lvl6pPr marL="2743200" indent="-30480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har char="•"/>
              <a:defRPr sz="1200" b="0" i="0" u="none" cap="none">
                <a:solidFill>
                  <a:srgbClr val="007565"/>
                </a:solidFill>
                <a:latin typeface="Arial"/>
                <a:ea typeface="Arial"/>
                <a:cs typeface="Arial"/>
              </a:defRPr>
            </a:lvl6pPr>
            <a:lvl7pPr marL="3200400" indent="-30480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har char="•"/>
              <a:defRPr sz="1200" b="0" i="0" u="none" cap="none">
                <a:solidFill>
                  <a:srgbClr val="007565"/>
                </a:solidFill>
                <a:latin typeface="Arial"/>
                <a:ea typeface="Arial"/>
                <a:cs typeface="Arial"/>
              </a:defRPr>
            </a:lvl7pPr>
            <a:lvl8pPr marL="3657600" indent="-30480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har char="•"/>
              <a:defRPr sz="1200" b="0" i="0" u="none" cap="none">
                <a:solidFill>
                  <a:srgbClr val="007565"/>
                </a:solidFill>
                <a:latin typeface="Arial"/>
                <a:ea typeface="Arial"/>
                <a:cs typeface="Arial"/>
              </a:defRPr>
            </a:lvl8pPr>
            <a:lvl9pPr marL="4114800" indent="-30480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har char="•"/>
              <a:defRPr sz="1200" b="0" i="0" u="none" cap="none">
                <a:solidFill>
                  <a:srgbClr val="00756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/>
        </p:txBody>
      </p:sp>
      <p:sp>
        <p:nvSpPr>
          <p:cNvPr id="162" name="Google Shape;162;p30">
            <a:extLst xmlns:a="http://schemas.openxmlformats.org/drawingml/2006/main">
              <a:ext uri="{FF2B5EF4-FFF2-40B4-BE49-F238E27FC236}">
                <a16:creationId xmlns:a16="http://schemas.microsoft.com/office/drawing/2014/main" id="{65773719-C56C-4F23-B55C-49BBF245C554}"/>
              </a:ext>
            </a:extLst>
          </p:cNvPr>
          <p:cNvSpPr>
            <a:spLocks xmlns:a="http://schemas.openxmlformats.org/drawingml/2006/main" noGrp="1"/>
          </p:cNvSpPr>
          <p:nvPr>
            <p:ph type="body" idx="8"/>
          </p:nvPr>
        </p:nvSpPr>
        <p:spPr>
          <a:xfrm xmlns:a="http://schemas.openxmlformats.org/drawingml/2006/main">
            <a:off x="9185994" y="4725144"/>
            <a:ext cx="2340000" cy="3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>
            <a:lvl1pPr marL="45720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0" i="0" u="none" cap="none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 marL="914400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None/>
              <a:defRPr sz="1200" b="0" i="0" u="none" cap="none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 marL="137160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b="0" i="0" u="none" cap="none">
                <a:solidFill>
                  <a:srgbClr val="007565"/>
                </a:solidFill>
                <a:latin typeface="Arial"/>
                <a:ea typeface="Arial"/>
                <a:cs typeface="Arial"/>
              </a:defRPr>
            </a:lvl3pPr>
            <a:lvl4pPr marL="1828800" indent="-3175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har char="•"/>
              <a:defRPr sz="1400" b="0" i="0" u="none" cap="none">
                <a:solidFill>
                  <a:srgbClr val="007565"/>
                </a:solidFill>
                <a:latin typeface="Arial"/>
                <a:ea typeface="Arial"/>
                <a:cs typeface="Arial"/>
              </a:defRPr>
            </a:lvl4pPr>
            <a:lvl5pPr marL="2286000" indent="-3175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har char="-"/>
              <a:defRPr sz="1400" b="0" i="0" u="none" cap="none">
                <a:solidFill>
                  <a:srgbClr val="007565"/>
                </a:solidFill>
                <a:latin typeface="Arial"/>
                <a:ea typeface="Arial"/>
                <a:cs typeface="Arial"/>
              </a:defRPr>
            </a:lvl5pPr>
            <a:lvl6pPr marL="2743200" indent="-30480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har char="•"/>
              <a:defRPr sz="1200" b="0" i="0" u="none" cap="none">
                <a:solidFill>
                  <a:srgbClr val="007565"/>
                </a:solidFill>
                <a:latin typeface="Arial"/>
                <a:ea typeface="Arial"/>
                <a:cs typeface="Arial"/>
              </a:defRPr>
            </a:lvl6pPr>
            <a:lvl7pPr marL="3200400" indent="-30480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har char="•"/>
              <a:defRPr sz="1200" b="0" i="0" u="none" cap="none">
                <a:solidFill>
                  <a:srgbClr val="007565"/>
                </a:solidFill>
                <a:latin typeface="Arial"/>
                <a:ea typeface="Arial"/>
                <a:cs typeface="Arial"/>
              </a:defRPr>
            </a:lvl7pPr>
            <a:lvl8pPr marL="3657600" indent="-30480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har char="•"/>
              <a:defRPr sz="1200" b="0" i="0" u="none" cap="none">
                <a:solidFill>
                  <a:srgbClr val="007565"/>
                </a:solidFill>
                <a:latin typeface="Arial"/>
                <a:ea typeface="Arial"/>
                <a:cs typeface="Arial"/>
              </a:defRPr>
            </a:lvl8pPr>
            <a:lvl9pPr marL="4114800" indent="-30480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har char="•"/>
              <a:defRPr sz="1200" b="0" i="0" u="none" cap="none">
                <a:solidFill>
                  <a:srgbClr val="00756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/>
        </p:txBody>
      </p:sp>
      <p:pic>
        <p:nvPicPr>
          <p:cNvPr id="163" name="Google Shape;163;p3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e70933bf73bd475d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10897966" y="362285"/>
            <a:ext cx="835200" cy="4176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image" Target="/ppt/media/image.png" Id="Rf8467014bf0d4bb8" /><Relationship Type="http://schemas.openxmlformats.org/officeDocument/2006/relationships/theme" Target="/ppt/slideMasters/theme/theme2.xml" Id="R8e3221c0b10a447b" /><Relationship Type="http://schemas.openxmlformats.org/officeDocument/2006/relationships/slideLayout" Target="/ppt/slideLayouts/slideLayout1.xml" Id="R7c065fd336824d5d" /><Relationship Type="http://schemas.openxmlformats.org/officeDocument/2006/relationships/slideLayout" Target="/ppt/slideLayouts/slideLayout2.xml" Id="R414932a971fa40c9" /><Relationship Type="http://schemas.openxmlformats.org/officeDocument/2006/relationships/slideLayout" Target="/ppt/slideLayouts/slideLayout3.xml" Id="R2ac987a63aa7422f" /><Relationship Type="http://schemas.openxmlformats.org/officeDocument/2006/relationships/slideLayout" Target="/ppt/slideLayouts/slideLayout4.xml" Id="Rf816f03f292a4b49" /><Relationship Type="http://schemas.openxmlformats.org/officeDocument/2006/relationships/slideLayout" Target="/ppt/slideLayouts/slideLayout5.xml" Id="Rb2e2da8c853747ce" /><Relationship Type="http://schemas.openxmlformats.org/officeDocument/2006/relationships/slideLayout" Target="/ppt/slideLayouts/slideLayout6.xml" Id="R7f8bf1526d43450c" /><Relationship Type="http://schemas.openxmlformats.org/officeDocument/2006/relationships/slideLayout" Target="/ppt/slideLayouts/slideLayout7.xml" Id="Rac61a4d7cc7f40af" /><Relationship Type="http://schemas.openxmlformats.org/officeDocument/2006/relationships/slideLayout" Target="/ppt/slideLayouts/slideLayout8.xml" Id="R2eb87639efaa4956" /><Relationship Type="http://schemas.openxmlformats.org/officeDocument/2006/relationships/slideLayout" Target="/ppt/slideLayouts/slideLayout9.xml" Id="R36c2558f8d3b4516" /><Relationship Type="http://schemas.openxmlformats.org/officeDocument/2006/relationships/slideLayout" Target="/ppt/slideLayouts/slideLayout10.xml" Id="R4dcc0cd10cab4453" /><Relationship Type="http://schemas.openxmlformats.org/officeDocument/2006/relationships/slideLayout" Target="/ppt/slideLayouts/slideLayout11.xml" Id="R1e335d6795c14e25" /><Relationship Type="http://schemas.openxmlformats.org/officeDocument/2006/relationships/slideLayout" Target="/ppt/slideLayouts/slideLayout12.xml" Id="R21185e36b12b4975" /><Relationship Type="http://schemas.openxmlformats.org/officeDocument/2006/relationships/slideLayout" Target="/ppt/slideLayouts/slideLayout13.xml" Id="Rc0af4639aef742a9" /><Relationship Type="http://schemas.openxmlformats.org/officeDocument/2006/relationships/slideLayout" Target="/ppt/slideLayouts/slideLayout14.xml" Id="R3ba0db11856e461c" /><Relationship Type="http://schemas.openxmlformats.org/officeDocument/2006/relationships/slideLayout" Target="/ppt/slideLayouts/slideLayout15.xml" Id="R1e815e542b2f4a7e" /><Relationship Type="http://schemas.openxmlformats.org/officeDocument/2006/relationships/slideLayout" Target="/ppt/slideLayouts/slideLayout16.xml" Id="Rfc684ac3e3d049bf" /><Relationship Type="http://schemas.openxmlformats.org/officeDocument/2006/relationships/slideLayout" Target="/ppt/slideLayouts/slideLayout17.xml" Id="Re5a0977f1bc54a76" /><Relationship Type="http://schemas.openxmlformats.org/officeDocument/2006/relationships/slideLayout" Target="/ppt/slideLayouts/slideLayout18.xml" Id="Rc1b6114b7ef248c6" /><Relationship Type="http://schemas.openxmlformats.org/officeDocument/2006/relationships/slideLayout" Target="/ppt/slideLayouts/slideLayout19.xml" Id="R420e25bd86bf4c84" /><Relationship Type="http://schemas.openxmlformats.org/officeDocument/2006/relationships/slideLayout" Target="/ppt/slideLayouts/slideLayout20.xml" Id="Re23e1514c3bc4c50" /><Relationship Type="http://schemas.openxmlformats.org/officeDocument/2006/relationships/slideLayout" Target="/ppt/slideLayouts/slideLayout21.xml" Id="R761df629b4204c51" /><Relationship Type="http://schemas.openxmlformats.org/officeDocument/2006/relationships/slideLayout" Target="/ppt/slideLayouts/slideLayout22.xml" Id="Rfd761493e000413d" /></Relationships>
</file>

<file path=ppt/slideMasters/slideMaster1.xml><?xml version="1.0" encoding="utf-8"?>
<p:sldMaster xmlns:p="http://schemas.openxmlformats.org/presentationml/2006/main">
  <p:cSld>
    <p:bg>
      <p:bgPr>
        <a:solidFill xmlns:a="http://schemas.openxmlformats.org/drawingml/2006/main">
          <a:schemeClr val="lt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Google Shape;6;p8">
            <a:extLst xmlns:a="http://schemas.openxmlformats.org/drawingml/2006/main">
              <a:ext uri="{FF2B5EF4-FFF2-40B4-BE49-F238E27FC236}">
                <a16:creationId xmlns:a16="http://schemas.microsoft.com/office/drawing/2014/main" id="{672BA300-18C6-48FC-A1C0-8902C70A6F2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11574470" y="6480000"/>
            <a:ext cx="157094" cy="1538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spAutoFit/>
          </a:bodyPr>
          <a:lstStyle xmlns:a="http://schemas.openxmlformats.org/drawingml/2006/main">
            <a:lvl1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1pPr>
            <a:lvl2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2pPr>
            <a:lvl3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3pPr>
            <a:lvl4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4pPr>
            <a:lvl5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5pPr>
            <a:lvl6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6pPr>
            <a:lvl7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7pPr>
            <a:lvl8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8pPr>
            <a:lvl9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</a:p>
        </p:txBody>
      </p:sp>
      <p:sp>
        <p:nvSpPr>
          <p:cNvPr id="7" name="Google Shape;7;p8">
            <a:extLst xmlns:a="http://schemas.openxmlformats.org/drawingml/2006/main">
              <a:ext uri="{FF2B5EF4-FFF2-40B4-BE49-F238E27FC236}">
                <a16:creationId xmlns:a16="http://schemas.microsoft.com/office/drawing/2014/main" id="{B0842F37-D777-4BF6-B677-779AAC7C24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0" y="6761480"/>
            <a:ext cx="12178800" cy="9652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8" name="Google Shape;8;p8">
            <a:extLst xmlns:a="http://schemas.openxmlformats.org/drawingml/2006/main">
              <a:ext uri="{FF2B5EF4-FFF2-40B4-BE49-F238E27FC236}">
                <a16:creationId xmlns:a16="http://schemas.microsoft.com/office/drawing/2014/main" id="{B3390E3D-0898-4B71-94C7-A8F6D84BC99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59999" y="360000"/>
            <a:ext cx="9000000" cy="90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000" b="1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1pPr>
            <a:lvl2pPr algn="l">
              <a:lnSpc>
                <a:spcPct val="115789"/>
              </a:lnSpc>
              <a:spcBef>
                <a:spcPts val="2200"/>
              </a:spcBef>
              <a:spcAft>
                <a:spcPts val="0"/>
              </a:spcAft>
              <a:buNone/>
              <a:defRPr sz="1900" b="1" i="0" u="non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2pPr>
            <a:lvl3pPr algn="l">
              <a:lnSpc>
                <a:spcPct val="115789"/>
              </a:lnSpc>
              <a:spcBef>
                <a:spcPts val="2200"/>
              </a:spcBef>
              <a:spcAft>
                <a:spcPts val="0"/>
              </a:spcAft>
              <a:buNone/>
              <a:defRPr sz="1900" b="1" i="0" u="non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3pPr>
            <a:lvl4pPr algn="l">
              <a:lnSpc>
                <a:spcPct val="115789"/>
              </a:lnSpc>
              <a:spcBef>
                <a:spcPts val="2200"/>
              </a:spcBef>
              <a:spcAft>
                <a:spcPts val="0"/>
              </a:spcAft>
              <a:buNone/>
              <a:defRPr sz="1900" b="1" i="0" u="non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4pPr>
            <a:lvl5pPr algn="l">
              <a:lnSpc>
                <a:spcPct val="115789"/>
              </a:lnSpc>
              <a:spcBef>
                <a:spcPts val="2200"/>
              </a:spcBef>
              <a:spcAft>
                <a:spcPts val="0"/>
              </a:spcAft>
              <a:buNone/>
              <a:defRPr sz="1900" b="1" i="0" u="non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5pPr>
            <a:lvl6pPr algn="l">
              <a:lnSpc>
                <a:spcPct val="115789"/>
              </a:lnSpc>
              <a:spcBef>
                <a:spcPts val="2200"/>
              </a:spcBef>
              <a:spcAft>
                <a:spcPts val="0"/>
              </a:spcAft>
              <a:buNone/>
              <a:defRPr sz="1900" b="1" i="0" u="non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6pPr>
            <a:lvl7pPr algn="l">
              <a:lnSpc>
                <a:spcPct val="115789"/>
              </a:lnSpc>
              <a:spcBef>
                <a:spcPts val="2200"/>
              </a:spcBef>
              <a:spcAft>
                <a:spcPts val="0"/>
              </a:spcAft>
              <a:buNone/>
              <a:defRPr sz="1900" b="1" i="0" u="non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7pPr>
            <a:lvl8pPr algn="l">
              <a:lnSpc>
                <a:spcPct val="115789"/>
              </a:lnSpc>
              <a:spcBef>
                <a:spcPts val="2200"/>
              </a:spcBef>
              <a:spcAft>
                <a:spcPts val="0"/>
              </a:spcAft>
              <a:buNone/>
              <a:defRPr sz="1900" b="1" i="0" u="non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8pPr>
            <a:lvl9pPr algn="l">
              <a:lnSpc>
                <a:spcPct val="115789"/>
              </a:lnSpc>
              <a:spcBef>
                <a:spcPts val="2200"/>
              </a:spcBef>
              <a:spcAft>
                <a:spcPts val="0"/>
              </a:spcAft>
              <a:buNone/>
              <a:defRPr sz="1900" b="1" i="0" u="non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/>
        </p:txBody>
      </p:sp>
      <p:pic>
        <p:nvPicPr>
          <p:cNvPr id="9" name="Google Shape;9;p8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f8467014bf0d4bb8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10897966" y="362286"/>
            <a:ext cx="833598" cy="416799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</p:cSld>
  <p:clrMap bg1="lt1" tx1="dk1" bg2="dk2" tx2="lt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7c065fd336824d5d"/>
    <p:sldLayoutId xmlns:r="http://schemas.openxmlformats.org/officeDocument/2006/relationships" id="2147483650" r:id="R414932a971fa40c9"/>
    <p:sldLayoutId xmlns:r="http://schemas.openxmlformats.org/officeDocument/2006/relationships" id="2147483651" r:id="R2ac987a63aa7422f"/>
    <p:sldLayoutId xmlns:r="http://schemas.openxmlformats.org/officeDocument/2006/relationships" id="2147483652" r:id="Rf816f03f292a4b49"/>
    <p:sldLayoutId xmlns:r="http://schemas.openxmlformats.org/officeDocument/2006/relationships" id="2147483653" r:id="Rb2e2da8c853747ce"/>
    <p:sldLayoutId xmlns:r="http://schemas.openxmlformats.org/officeDocument/2006/relationships" id="2147483654" r:id="R7f8bf1526d43450c"/>
    <p:sldLayoutId xmlns:r="http://schemas.openxmlformats.org/officeDocument/2006/relationships" id="2147483655" r:id="Rac61a4d7cc7f40af"/>
    <p:sldLayoutId xmlns:r="http://schemas.openxmlformats.org/officeDocument/2006/relationships" id="2147483656" r:id="R2eb87639efaa4956"/>
    <p:sldLayoutId xmlns:r="http://schemas.openxmlformats.org/officeDocument/2006/relationships" id="2147483657" r:id="R36c2558f8d3b4516"/>
    <p:sldLayoutId xmlns:r="http://schemas.openxmlformats.org/officeDocument/2006/relationships" id="2147483658" r:id="R4dcc0cd10cab4453"/>
    <p:sldLayoutId xmlns:r="http://schemas.openxmlformats.org/officeDocument/2006/relationships" id="2147483659" r:id="R1e335d6795c14e25"/>
    <p:sldLayoutId xmlns:r="http://schemas.openxmlformats.org/officeDocument/2006/relationships" id="2147483660" r:id="R21185e36b12b4975"/>
    <p:sldLayoutId xmlns:r="http://schemas.openxmlformats.org/officeDocument/2006/relationships" id="2147483661" r:id="Rc0af4639aef742a9"/>
    <p:sldLayoutId xmlns:r="http://schemas.openxmlformats.org/officeDocument/2006/relationships" id="2147483662" r:id="R3ba0db11856e461c"/>
    <p:sldLayoutId xmlns:r="http://schemas.openxmlformats.org/officeDocument/2006/relationships" id="2147483663" r:id="R1e815e542b2f4a7e"/>
    <p:sldLayoutId xmlns:r="http://schemas.openxmlformats.org/officeDocument/2006/relationships" id="2147483664" r:id="Rfc684ac3e3d049bf"/>
    <p:sldLayoutId xmlns:r="http://schemas.openxmlformats.org/officeDocument/2006/relationships" id="2147483665" r:id="Re5a0977f1bc54a76"/>
    <p:sldLayoutId xmlns:r="http://schemas.openxmlformats.org/officeDocument/2006/relationships" id="2147483666" r:id="Rc1b6114b7ef248c6"/>
    <p:sldLayoutId xmlns:r="http://schemas.openxmlformats.org/officeDocument/2006/relationships" id="2147483667" r:id="R420e25bd86bf4c84"/>
    <p:sldLayoutId xmlns:r="http://schemas.openxmlformats.org/officeDocument/2006/relationships" id="2147483668" r:id="Re23e1514c3bc4c50"/>
    <p:sldLayoutId xmlns:r="http://schemas.openxmlformats.org/officeDocument/2006/relationships" id="2147483669" r:id="R761df629b4204c51"/>
    <p:sldLayoutId xmlns:r="http://schemas.openxmlformats.org/officeDocument/2006/relationships" id="2147483670" r:id="Rfd761493e000413d"/>
  </p:sldLayoutIdLst>
  <p:hf hdr="0" ftr="0" dt="0"/>
  <p:txStyles>
    <p:titleStyle>
      <a:lvl1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1pPr>
      <a:lvl2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2pPr>
      <a:lvl3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3pPr>
      <a:lvl4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4pPr>
      <a:lvl5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5pPr>
      <a:lvl6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6pPr>
      <a:lvl7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7pPr>
      <a:lvl8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8pPr>
      <a:lvl9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9pPr>
    </p:titleStyle>
    <p:bodyStyle>
      <a:lvl1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1pPr>
      <a:lvl2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2pPr>
      <a:lvl3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3pPr>
      <a:lvl4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4pPr>
      <a:lvl5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5pPr>
      <a:lvl6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6pPr>
      <a:lvl7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7pPr>
      <a:lvl8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8pPr>
      <a:lvl9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9pPr>
    </p:bodyStyle>
    <p:otherStyle>
      <a:lvl1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1pPr>
      <a:lvl2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2pPr>
      <a:lvl3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3pPr>
      <a:lvl4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4pPr>
      <a:lvl5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5pPr>
      <a:lvl6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6pPr>
      <a:lvl7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7pPr>
      <a:lvl8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8pPr>
      <a:lvl9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9pPr>
    </p:otherStyle>
  </p:txStyles>
</p:sldMaster>
</file>

<file path=ppt/slideMasters/theme/theme2.xml><?xml version="1.0" encoding="utf-8"?>
<a:theme xmlns:a="http://schemas.openxmlformats.org/drawingml/2006/main" name="Primary Presentation Layouts">
  <a:themeElements>
    <a:clrScheme name="UiPath colors">
      <a:dk1>
        <a:srgbClr val="172024"/>
      </a:dk1>
      <a:lt1>
        <a:srgbClr val="FFFFFF"/>
      </a:lt1>
      <a:dk2>
        <a:srgbClr val="9D9D9D"/>
      </a:dk2>
      <a:lt2>
        <a:srgbClr val="F6F6F6"/>
      </a:lt2>
      <a:accent1>
        <a:srgbClr val="FA4616"/>
      </a:accent1>
      <a:accent2>
        <a:srgbClr val="1E6482"/>
      </a:accent2>
      <a:accent3>
        <a:srgbClr val="A32200"/>
      </a:accent3>
      <a:accent4>
        <a:srgbClr val="0BA2B3"/>
      </a:accent4>
      <a:accent5>
        <a:srgbClr val="8B288A"/>
      </a:accent5>
      <a:accent6>
        <a:srgbClr val="FA7678"/>
      </a:accent6>
      <a:hlink>
        <a:srgbClr val="5BCBDE"/>
      </a:hlink>
      <a:folHlink>
        <a:srgbClr val="5BCBDE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iPath colors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bb1952159a34efe" /><Relationship Type="http://schemas.openxmlformats.org/officeDocument/2006/relationships/image" Target="/ppt/media/image.jpeg" Id="Re2b5f06aea614544" /><Relationship Type="http://schemas.openxmlformats.org/officeDocument/2006/relationships/notesSlide" Target="/ppt/notesSlides/notesSlide1.xml" Id="Rbf9a4f8bbc8944a9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fdfd9f8e58214a3a" /><Relationship Type="http://schemas.openxmlformats.org/officeDocument/2006/relationships/image" Target="/ppt/media/image2.jpeg" Id="Rae3ca6cd375a4978" /><Relationship Type="http://schemas.openxmlformats.org/officeDocument/2006/relationships/notesSlide" Target="/ppt/notesSlides/notesSlide2.xml" Id="R6bb7b65711934755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8730e39b91274553" /><Relationship Type="http://schemas.openxmlformats.org/officeDocument/2006/relationships/notesSlide" Target="/ppt/notesSlides/notesSlide3.xml" Id="R4f3a33c0aa8c45da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5936298cb8a48a1" /><Relationship Type="http://schemas.openxmlformats.org/officeDocument/2006/relationships/image" Target="/ppt/media/image16.png" Id="R40d3e49b9aff4d51" /><Relationship Type="http://schemas.openxmlformats.org/officeDocument/2006/relationships/image" Target="/ppt/media/image17.png" Id="Rdae3c130ef624fe5" /><Relationship Type="http://schemas.openxmlformats.org/officeDocument/2006/relationships/image" Target="/ppt/media/image3.jpeg" Id="Rc3be1e43f6c04d3c" /><Relationship Type="http://schemas.openxmlformats.org/officeDocument/2006/relationships/image" Target="/ppt/media/image4.jpeg" Id="R67e7a148ef5e4870" /><Relationship Type="http://schemas.openxmlformats.org/officeDocument/2006/relationships/notesSlide" Target="/ppt/notesSlides/notesSlide4.xml" Id="R9c83346cde0645ae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4.xml" Id="R92ebb6ca3eb74411" /><Relationship Type="http://schemas.openxmlformats.org/officeDocument/2006/relationships/notesSlide" Target="/ppt/notesSlides/notesSlide5.xml" Id="Rd5bf1c0b8c904232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8" name="Google Shape;168;p1">
            <a:extLst xmlns:a="http://schemas.openxmlformats.org/drawingml/2006/main">
              <a:ext uri="{FF2B5EF4-FFF2-40B4-BE49-F238E27FC236}">
                <a16:creationId xmlns:a16="http://schemas.microsoft.com/office/drawing/2014/main" id="{BDF9559E-002E-4522-B71E-6F9A7F0377C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40800" y="3608250"/>
            <a:ext cx="9246600" cy="112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  <a:defRPr sz="1500">
                <a:solidFill>
                  <a:srgbClr val="172026"/>
                </a:solidFill>
              </a:defRPr>
            </a:pPr>
            <a:r>
              <a:rPr sz="1500">
                <a:solidFill>
                  <a:srgbClr val="172026"/>
                </a:solidFill>
                <a:highlight>
                  <a:srgbClr val="F0F6FC"/>
                </a:highlight>
              </a:rPr>
              <a:t>UiPath Test Cloud agents that attack, repair, re-test, and certify enterprise AI workflows before they touch production tools.</a:t>
            </a:r>
          </a:p>
        </p:txBody>
      </p:sp>
      <p:sp>
        <p:nvSpPr>
          <p:cNvPr id="169" name="Google Shape;169;p1">
            <a:extLst xmlns:a="http://schemas.openxmlformats.org/drawingml/2006/main">
              <a:ext uri="{FF2B5EF4-FFF2-40B4-BE49-F238E27FC236}">
                <a16:creationId xmlns:a16="http://schemas.microsoft.com/office/drawing/2014/main" id="{76DF9465-C801-4328-8DFB-E3F67760B4C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64800" y="1492775"/>
            <a:ext cx="8568000" cy="1712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4350" b="1">
                <a:solidFill>
                  <a:srgbClr val="FFFFFF"/>
                </a:solidFill>
              </a:defRPr>
            </a:pPr>
            <a:r>
              <a:rPr sz="4350" b="1" u="sng">
                <a:solidFill>
                  <a:srgbClr val="FFFFFF"/>
                </a:solidFill>
              </a:rPr>
              <a:t>Agentic Test</a:t>
            </a:r>
          </a:p>
          <a:p xmlns:a="http://schemas.openxmlformats.org/drawingml/2006/main">
            <a:pPr mar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4350" b="1">
                <a:solidFill>
                  <a:srgbClr val="FFFFFF"/>
                </a:solidFill>
              </a:defRPr>
            </a:pPr>
            <a:r>
              <a:rPr sz="4350" b="1" u="sng">
                <a:solidFill>
                  <a:srgbClr val="FFFFFF"/>
                </a:solidFill>
              </a:rPr>
              <a:t>Swarm</a:t>
            </a:r>
          </a:p>
        </p:txBody>
      </p:sp>
      <p:pic>
        <p:nvPicPr>
          <p:cNvPr id="176" name="Google Shape;170;p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2b5f06aea614544">
            <a:alphaModFix/>
          </a:blip>
          <a:stretch xmlns:a="http://schemas.openxmlformats.org/drawingml/2006/main"/>
        </p:blipFill>
        <p:spPr>
          <a:xfrm xmlns:a="http://schemas.openxmlformats.org/drawingml/2006/main">
            <a:off x="7724694" y="1066800"/>
            <a:ext cx="3410113" cy="20955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171" name="">
            <a:extLst xmlns:a="http://schemas.openxmlformats.org/drawingml/2006/main">
              <a:ext uri="{FF2B5EF4-FFF2-40B4-BE49-F238E27FC236}">
                <a16:creationId xmlns:a16="http://schemas.microsoft.com/office/drawing/2014/main" id="{EDC54F89-5AEC-4013-9A3F-EFCF49072D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4905375"/>
            <a:ext cx="3524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Track 3: UiPath Test Cloud</a:t>
            </a:r>
          </a:p>
        </p:txBody>
      </p:sp>
      <p:sp>
        <p:nvSpPr>
          <p:cNvPr id="172" name="">
            <a:extLst xmlns:a="http://schemas.openxmlformats.org/drawingml/2006/main">
              <a:ext uri="{FF2B5EF4-FFF2-40B4-BE49-F238E27FC236}">
                <a16:creationId xmlns:a16="http://schemas.microsoft.com/office/drawing/2014/main" id="{FC3CEAF5-1609-4B22-A2C1-B749644983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5257800"/>
            <a:ext cx="666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FFFFFF"/>
                </a:solidFill>
              </a:defRPr>
            </a:pPr>
            <a:r>
              <a:rPr sz="1350" b="0">
                <a:solidFill>
                  <a:srgbClr val="FFFFFF"/>
                </a:solidFill>
              </a:rPr>
              <a:t>Public demo: https://permitops-uipath.vercel.app</a:t>
            </a:r>
          </a:p>
        </p:txBody>
      </p:sp>
      <p:sp>
        <p:nvSpPr>
          <p:cNvPr id="173" name="">
            <a:extLst xmlns:a="http://schemas.openxmlformats.org/drawingml/2006/main">
              <a:ext uri="{FF2B5EF4-FFF2-40B4-BE49-F238E27FC236}">
                <a16:creationId xmlns:a16="http://schemas.microsoft.com/office/drawing/2014/main" id="{190CE9B6-FCB7-455C-9F33-BF6319D52F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5562600"/>
            <a:ext cx="666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FFFFFF"/>
                </a:solidFill>
              </a:defRPr>
            </a:pPr>
            <a:r>
              <a:rPr sz="1350" b="0">
                <a:solidFill>
                  <a:srgbClr val="FFFFFF"/>
                </a:solidFill>
              </a:rPr>
              <a:t>GitHub: https://github.com/Jerry2003826/Uipath</a:t>
            </a:r>
          </a:p>
        </p:txBody>
      </p:sp>
    </p:spTree>
    <p:extLst>
      <p:ext uri="{BB962C8B-B14F-4D97-AF65-F5344CB8AC3E}">
        <p14:creationId xmlns:p14="http://schemas.microsoft.com/office/powerpoint/2010/main" val="633732147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5" name="Google Shape;175;p3">
            <a:extLst xmlns:a="http://schemas.openxmlformats.org/drawingml/2006/main">
              <a:ext uri="{FF2B5EF4-FFF2-40B4-BE49-F238E27FC236}">
                <a16:creationId xmlns:a16="http://schemas.microsoft.com/office/drawing/2014/main" id="{84786411-F7F9-4229-8123-80EFD198E8A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59999" y="360000"/>
            <a:ext cx="9000000" cy="90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>
                  <a:srgbClr val="172024"/>
                </a:solidFill>
              </a:rPr>
              <a:t>Problem statement and proposed solution</a:t>
            </a:r>
          </a:p>
        </p:txBody>
      </p:sp>
      <p:sp>
        <p:nvSpPr>
          <p:cNvPr id="176" name="Google Shape;176;p3">
            <a:extLst xmlns:a="http://schemas.openxmlformats.org/drawingml/2006/main">
              <a:ext uri="{FF2B5EF4-FFF2-40B4-BE49-F238E27FC236}">
                <a16:creationId xmlns:a16="http://schemas.microsoft.com/office/drawing/2014/main" id="{CB05C191-FA3B-411B-821B-F7E41927243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11574470" y="6480000"/>
            <a:ext cx="157094" cy="1538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</a:p>
        </p:txBody>
      </p:sp>
      <p:sp>
        <p:nvSpPr>
          <p:cNvPr id="177" name="Google Shape;177;p3">
            <a:extLst xmlns:a="http://schemas.openxmlformats.org/drawingml/2006/main">
              <a:ext uri="{FF2B5EF4-FFF2-40B4-BE49-F238E27FC236}">
                <a16:creationId xmlns:a16="http://schemas.microsoft.com/office/drawing/2014/main" id="{DDA0BAD3-E0B3-49CA-8C6B-FFB18A55CE5A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360000" y="1440000"/>
            <a:ext cx="5040000" cy="25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>Problem</a:t>
            </a:r>
          </a:p>
        </p:txBody>
      </p:sp>
      <p:sp>
        <p:nvSpPr>
          <p:cNvPr id="178" name="Google Shape;178;p3">
            <a:extLst xmlns:a="http://schemas.openxmlformats.org/drawingml/2006/main">
              <a:ext uri="{FF2B5EF4-FFF2-40B4-BE49-F238E27FC236}">
                <a16:creationId xmlns:a16="http://schemas.microsoft.com/office/drawing/2014/main" id="{5CE1C225-AE85-4C0A-B684-1290EBC8402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229100" y="1952325"/>
            <a:ext cx="4616700" cy="4527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457200" indent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179" name="Google Shape;179;p3">
            <a:extLst xmlns:a="http://schemas.openxmlformats.org/drawingml/2006/main">
              <a:ext uri="{FF2B5EF4-FFF2-40B4-BE49-F238E27FC236}">
                <a16:creationId xmlns:a16="http://schemas.microsoft.com/office/drawing/2014/main" id="{2BFEEAAD-F834-472D-91E3-08D0ACC5E641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6089650" y="1440000"/>
            <a:ext cx="5040000" cy="25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>Solution</a:t>
            </a:r>
          </a:p>
        </p:txBody>
      </p:sp>
      <p:sp>
        <p:nvSpPr>
          <p:cNvPr id="180" name="Google Shape;180;p3">
            <a:extLst xmlns:a="http://schemas.openxmlformats.org/drawingml/2006/main">
              <a:ext uri="{FF2B5EF4-FFF2-40B4-BE49-F238E27FC236}">
                <a16:creationId xmlns:a16="http://schemas.microsoft.com/office/drawing/2014/main" id="{A863BE0B-3A19-4007-B157-5C51C14AD396}"/>
              </a:ext>
            </a:extLst>
          </p:cNvPr>
          <p:cNvSpPr>
            <a:spLocks xmlns:a="http://schemas.openxmlformats.org/drawingml/2006/main" noGrp="1"/>
          </p:cNvSpPr>
          <p:nvPr>
            <p:ph type="body" idx="4"/>
          </p:nvPr>
        </p:nvSpPr>
        <p:spPr>
          <a:xfrm xmlns:a="http://schemas.openxmlformats.org/drawingml/2006/main">
            <a:off x="6089650" y="1800000"/>
            <a:ext cx="5255700" cy="432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181" name="Google Shape;181;p3">
            <a:extLst xmlns:a="http://schemas.openxmlformats.org/drawingml/2006/main">
              <a:ext uri="{FF2B5EF4-FFF2-40B4-BE49-F238E27FC236}">
                <a16:creationId xmlns:a16="http://schemas.microsoft.com/office/drawing/2014/main" id="{3A5DBDFF-0D8E-4135-8482-FE25FEC4D9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721889"/>
            <a:ext cx="12179400" cy="39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sp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182" name="">
            <a:extLst xmlns:a="http://schemas.openxmlformats.org/drawingml/2006/main">
              <a:ext uri="{FF2B5EF4-FFF2-40B4-BE49-F238E27FC236}">
                <a16:creationId xmlns:a16="http://schemas.microsoft.com/office/drawing/2014/main" id="{2B916942-EB2C-438B-B434-B3395BB11A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1885950"/>
            <a:ext cx="5334000" cy="433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3" name="">
            <a:extLst xmlns:a="http://schemas.openxmlformats.org/drawingml/2006/main">
              <a:ext uri="{FF2B5EF4-FFF2-40B4-BE49-F238E27FC236}">
                <a16:creationId xmlns:a16="http://schemas.microsoft.com/office/drawing/2014/main" id="{C6D49B23-52C8-46D9-8A47-6EC09ABA45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1790700"/>
            <a:ext cx="5334000" cy="433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4" name="">
            <a:extLst xmlns:a="http://schemas.openxmlformats.org/drawingml/2006/main">
              <a:ext uri="{FF2B5EF4-FFF2-40B4-BE49-F238E27FC236}">
                <a16:creationId xmlns:a16="http://schemas.microsoft.com/office/drawing/2014/main" id="{6B17EEB2-D7A5-4BEA-82A2-2D3E680ABD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2076450"/>
            <a:ext cx="4810125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72026"/>
                </a:solidFill>
              </a:defRPr>
            </a:pPr>
            <a:r>
              <a:rPr sz="1575" b="0">
                <a:solidFill>
                  <a:srgbClr val="172026"/>
                </a:solidFill>
              </a:rPr>
              <a:t>Enterprise AI agents can now call tools, trigger automations, and ask other agents for sensitive data. A prompt-injected agent-to-agent request can attempt to export raw customer PII before production approval.</a:t>
            </a:r>
          </a:p>
        </p:txBody>
      </p:sp>
      <p:sp>
        <p:nvSpPr>
          <p:cNvPr id="185" name="">
            <a:extLst xmlns:a="http://schemas.openxmlformats.org/drawingml/2006/main">
              <a:ext uri="{FF2B5EF4-FFF2-40B4-BE49-F238E27FC236}">
                <a16:creationId xmlns:a16="http://schemas.microsoft.com/office/drawing/2014/main" id="{0CCF070C-78D0-4B1F-AE56-0054F69938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3524250"/>
            <a:ext cx="1714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222222"/>
                </a:solidFill>
              </a:defRPr>
            </a:pPr>
            <a:r>
              <a:rPr sz="1725" b="0">
                <a:solidFill>
                  <a:srgbClr val="222222"/>
                </a:solidFill>
              </a:rPr>
              <a:t>•</a:t>
            </a:r>
          </a:p>
        </p:txBody>
      </p:sp>
      <p:sp>
        <p:nvSpPr>
          <p:cNvPr id="186" name="">
            <a:extLst xmlns:a="http://schemas.openxmlformats.org/drawingml/2006/main">
              <a:ext uri="{FF2B5EF4-FFF2-40B4-BE49-F238E27FC236}">
                <a16:creationId xmlns:a16="http://schemas.microsoft.com/office/drawing/2014/main" id="{073149F4-EA01-41E0-A3C5-C75FEFDD34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543300"/>
            <a:ext cx="4762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222222"/>
                </a:solidFill>
              </a:defRPr>
            </a:pPr>
            <a:r>
              <a:rPr sz="1425" b="0">
                <a:solidFill>
                  <a:srgbClr val="222222"/>
                </a:solidFill>
              </a:rPr>
              <a:t>Static prompt review does not prove safe runtime behavior.</a:t>
            </a:r>
          </a:p>
        </p:txBody>
      </p:sp>
      <p:sp>
        <p:nvSpPr>
          <p:cNvPr id="187" name="">
            <a:extLst xmlns:a="http://schemas.openxmlformats.org/drawingml/2006/main">
              <a:ext uri="{FF2B5EF4-FFF2-40B4-BE49-F238E27FC236}">
                <a16:creationId xmlns:a16="http://schemas.microsoft.com/office/drawing/2014/main" id="{9A3EB2CB-9297-420C-BBB1-CB840E7E44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4076700"/>
            <a:ext cx="1714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222222"/>
                </a:solidFill>
              </a:defRPr>
            </a:pPr>
            <a:r>
              <a:rPr sz="1725" b="0">
                <a:solidFill>
                  <a:srgbClr val="222222"/>
                </a:solidFill>
              </a:rPr>
              <a:t>•</a:t>
            </a:r>
          </a:p>
        </p:txBody>
      </p:sp>
      <p:sp>
        <p:nvSpPr>
          <p:cNvPr id="188" name="">
            <a:extLst xmlns:a="http://schemas.openxmlformats.org/drawingml/2006/main">
              <a:ext uri="{FF2B5EF4-FFF2-40B4-BE49-F238E27FC236}">
                <a16:creationId xmlns:a16="http://schemas.microsoft.com/office/drawing/2014/main" id="{FD599A8B-88EC-4539-AFC4-11D53FE351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095750"/>
            <a:ext cx="4762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222222"/>
                </a:solidFill>
              </a:defRPr>
            </a:pPr>
            <a:r>
              <a:rPr sz="1425" b="0">
                <a:solidFill>
                  <a:srgbClr val="222222"/>
                </a:solidFill>
              </a:rPr>
              <a:t>Testing must cover policies, tool schemas, traces, approvals, and runtime enforcement.</a:t>
            </a:r>
          </a:p>
        </p:txBody>
      </p:sp>
      <p:sp>
        <p:nvSpPr>
          <p:cNvPr id="189" name="">
            <a:extLst xmlns:a="http://schemas.openxmlformats.org/drawingml/2006/main">
              <a:ext uri="{FF2B5EF4-FFF2-40B4-BE49-F238E27FC236}">
                <a16:creationId xmlns:a16="http://schemas.microsoft.com/office/drawing/2014/main" id="{105A75C2-BD1B-4C8A-A8C8-2499C12832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2076450"/>
            <a:ext cx="4953000" cy="1752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72026"/>
                </a:solidFill>
              </a:defRPr>
            </a:pPr>
            <a:r>
              <a:rPr sz="1575" b="0">
                <a:solidFill>
                  <a:srgbClr val="172026"/>
                </a:solidFill>
              </a:rPr>
              <a:t>Agentic Test Swarm is a UiPath-orchestrated team of testing agents. It generates red-team scenarios, converts them into Test Cloud cases, analyzes failures, proposes repairs, re-tests, routes approval through Action Center, and enforces the result through API Workflow.</a:t>
            </a:r>
          </a:p>
        </p:txBody>
      </p:sp>
      <p:pic>
        <p:nvPicPr>
          <p:cNvPr id="20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e3ca6cd375a4978"/>
          <a:stretch xmlns:a="http://schemas.openxmlformats.org/drawingml/2006/main"/>
        </p:blipFill>
        <p:spPr>
          <a:xfrm xmlns:a="http://schemas.openxmlformats.org/drawingml/2006/main">
            <a:off x="6766576" y="4048125"/>
            <a:ext cx="2945097" cy="1809750"/>
          </a:xfrm>
          <a:prstGeom xmlns:a="http://schemas.openxmlformats.org/drawingml/2006/main" prst="roundRect">
            <a:avLst>
              <a:gd name="adj" fmla="val 3158"/>
            </a:avLst>
          </a:prstGeom>
        </p:spPr>
      </p:pic>
    </p:spTree>
    <p:extLst>
      <p:ext uri="{BB962C8B-B14F-4D97-AF65-F5344CB8AC3E}">
        <p14:creationId xmlns:p14="http://schemas.microsoft.com/office/powerpoint/2010/main" val="1779178051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6" name="Google Shape;186;p4">
            <a:extLst xmlns:a="http://schemas.openxmlformats.org/drawingml/2006/main">
              <a:ext uri="{FF2B5EF4-FFF2-40B4-BE49-F238E27FC236}">
                <a16:creationId xmlns:a16="http://schemas.microsoft.com/office/drawing/2014/main" id="{C64F1EDF-485A-41D7-BE7A-1F67C12872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203" y="360000"/>
            <a:ext cx="9000000" cy="49992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000" b="1" i="0" u="none" cap="none">
                <a:solidFill>
                  <a:schemeClr val="dk1"/>
                </a:solidFill>
                <a:latin typeface="Arial"/>
                <a:ea typeface="Arial"/>
                <a:cs typeface="Arial"/>
              </a:rPr>
              <a:t>Benefits and technologies used</a:t>
            </a:r>
          </a:p>
        </p:txBody>
      </p:sp>
      <p:sp>
        <p:nvSpPr>
          <p:cNvPr id="187" name="Google Shape;187;p4">
            <a:extLst xmlns:a="http://schemas.openxmlformats.org/drawingml/2006/main">
              <a:ext uri="{FF2B5EF4-FFF2-40B4-BE49-F238E27FC236}">
                <a16:creationId xmlns:a16="http://schemas.microsoft.com/office/drawing/2014/main" id="{E6042A77-16AE-4919-BB27-7CCE69A0726F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11574470" y="6480000"/>
            <a:ext cx="157094" cy="1538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</a:p>
        </p:txBody>
      </p:sp>
      <p:graphicFrame>
        <p:nvGraphicFramePr>
          <p:cNvPr id="225" name="Google Shape;188;p4"/>
          <p:cNvGraphicFramePr/>
          <p:nvPr/>
        </p:nvGraphicFramePr>
        <p:xfrm>
          <a:off xmlns:a="http://schemas.openxmlformats.org/drawingml/2006/main" x="259199" y="1196186"/>
          <a:ext xmlns:a="http://schemas.openxmlformats.org/drawingml/2006/main" cx="3000000" cy="3000000"/>
        </p:xfrm>
        <a:graphic xmlns:a="http://schemas.openxmlformats.org/drawingml/2006/main">
          <a:graphicData uri="http://schemas.openxmlformats.org/drawingml/2006/table">
            <a:tbl>
              <a:tblPr>
                <a:tableStyleId>{D7072550-EF59-46E0-827C-C5B7B6B1D680}</a:tableStyleId>
              </a:tblPr>
              <a:tblGrid>
                <a:gridCol w="2377850"/>
                <a:gridCol w="2761375"/>
              </a:tblGrid>
              <a:tr h="1212025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5000"/>
                        </a:lnSpc>
                        <a:buNone/>
                      </a:pPr>
                      <a:r>
                        <a:rPr sz="1700" b="1" i="0" u="non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End-user</a:t>
                      </a:r>
                    </a:p>
                  </a:txBody>
                  <a:tcPr marL="91450" marR="91450" marT="45725" marB="45725" anchor="ctr">
                    <a:lnL w="12700" cmpd="sng">
                      <a:solidFill>
                        <a:srgbClr val="32C4F3"/>
                      </a:solidFill>
                      <a:prstDash val="solid"/>
                    </a:lnL>
                    <a:lnR w="12700" cmpd="sng">
                      <a:solidFill>
                        <a:srgbClr val="FFFFFF"/>
                      </a:solidFill>
                      <a:prstDash val="solid"/>
                    </a:lnR>
                    <a:lnT w="12700" cmpd="sng">
                      <a:solidFill>
                        <a:srgbClr val="32C4F3"/>
                      </a:solidFill>
                      <a:prstDash val="solid"/>
                    </a:lnT>
                    <a:lnB w="19375" cmpd="sng">
                      <a:solidFill>
                        <a:srgbClr val="DFE3E3"/>
                      </a:solidFill>
                      <a:prstDash val="solid"/>
                    </a:lnB>
                    <a:solidFill>
                      <a:srgbClr val="0BA2B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5000"/>
                        </a:lnSpc>
                        <a:buNone/>
                      </a:pPr>
                      <a:r>
                        <a:rPr sz="1700"/>
                        <a:t>QA, automation, platform, AI governance teams</a:t>
                      </a:r>
                    </a:p>
                  </a:txBody>
                  <a:tcPr marL="91450" marR="91450" marT="45725" marB="45725" anchor="ctr">
                    <a:lnL w="12700" cmpd="sng">
                      <a:solidFill>
                        <a:srgbClr val="FFFFFF"/>
                      </a:solidFill>
                      <a:prstDash val="solid"/>
                    </a:lnL>
                    <a:lnR w="12700" cmpd="sng">
                      <a:solidFill>
                        <a:srgbClr val="32C4F3"/>
                      </a:solidFill>
                      <a:prstDash val="solid"/>
                    </a:lnR>
                    <a:lnT w="12700" cmpd="sng">
                      <a:solidFill>
                        <a:srgbClr val="32C4F3"/>
                      </a:solidFill>
                      <a:prstDash val="solid"/>
                    </a:lnT>
                    <a:lnB w="19375" cmpd="sng">
                      <a:solidFill>
                        <a:srgbClr val="DFE3E3"/>
                      </a:solidFill>
                      <a:prstDash val="solid"/>
                    </a:lnB>
                    <a:solidFill>
                      <a:srgbClr val="0BA2B3"/>
                    </a:solidFill>
                  </a:tcPr>
                </a:tc>
              </a:tr>
              <a:tr h="1212025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5000"/>
                        </a:lnSpc>
                        <a:buNone/>
                      </a:pPr>
                      <a:r>
                        <a:rPr sz="1700" b="1" i="0" u="non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Workflow tested</a:t>
                      </a:r>
                    </a:p>
                  </a:txBody>
                  <a:tcPr marL="91450" marR="91450" marT="45725" marB="45725" anchor="ctr">
                    <a:lnL w="12700" cmpd="sng">
                      <a:solidFill>
                        <a:srgbClr val="32C4F3"/>
                      </a:solidFill>
                      <a:prstDash val="solid"/>
                    </a:lnL>
                    <a:lnR w="12700" cmpd="sng">
                      <a:solidFill>
                        <a:srgbClr val="FFFFFF"/>
                      </a:solidFill>
                      <a:prstDash val="solid"/>
                    </a:lnR>
                    <a:lnT w="19375" cmpd="sng">
                      <a:solidFill>
                        <a:srgbClr val="DFE3E3"/>
                      </a:solidFill>
                      <a:prstDash val="solid"/>
                    </a:lnT>
                    <a:lnB w="19375" cmpd="sng">
                      <a:solidFill>
                        <a:srgbClr val="DFE3E3"/>
                      </a:solidFill>
                      <a:prstDash val="solid"/>
                    </a:lnB>
                    <a:solidFill>
                      <a:srgbClr val="0BA2B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5000"/>
                        </a:lnSpc>
                        <a:buNone/>
                      </a:pPr>
                      <a:r>
                        <a:rPr sz="1700"/>
                        <a:t>Marketing Outreach Agent -&gt; Customer Data Agent</a:t>
                      </a:r>
                    </a:p>
                  </a:txBody>
                  <a:tcPr marL="91450" marR="91450" marT="45725" marB="45725" anchor="ctr">
                    <a:lnL w="12700" cmpd="sng">
                      <a:solidFill>
                        <a:srgbClr val="FFFFFF"/>
                      </a:solidFill>
                      <a:prstDash val="solid"/>
                    </a:lnL>
                    <a:lnR w="12700" cmpd="sng">
                      <a:solidFill>
                        <a:srgbClr val="32C4F3"/>
                      </a:solidFill>
                      <a:prstDash val="solid"/>
                    </a:lnR>
                    <a:lnT w="19375" cmpd="sng">
                      <a:solidFill>
                        <a:srgbClr val="DFE3E3"/>
                      </a:solidFill>
                      <a:prstDash val="solid"/>
                    </a:lnT>
                    <a:lnB w="19375" cmpd="sng">
                      <a:solidFill>
                        <a:srgbClr val="DFE3E3"/>
                      </a:solidFill>
                      <a:prstDash val="solid"/>
                    </a:lnB>
                    <a:solidFill>
                      <a:srgbClr val="0BA2B3"/>
                    </a:solidFill>
                  </a:tcPr>
                </a:tc>
              </a:tr>
              <a:tr h="92065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5000"/>
                        </a:lnSpc>
                        <a:buNone/>
                      </a:pPr>
                      <a:r>
                        <a:rPr sz="1700" b="1" i="0" u="non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UiPath products</a:t>
                      </a:r>
                    </a:p>
                  </a:txBody>
                  <a:tcPr marL="91450" marR="91450" marT="45725" marB="45725" anchor="ctr">
                    <a:lnL w="12700" cmpd="sng">
                      <a:solidFill>
                        <a:srgbClr val="32C4F3"/>
                      </a:solidFill>
                      <a:prstDash val="solid"/>
                    </a:lnL>
                    <a:lnR w="12700" cmpd="sng">
                      <a:solidFill>
                        <a:srgbClr val="FFFFFF"/>
                      </a:solidFill>
                      <a:prstDash val="solid"/>
                    </a:lnR>
                    <a:lnT w="19375" cmpd="sng">
                      <a:solidFill>
                        <a:srgbClr val="DFE3E3"/>
                      </a:solidFill>
                      <a:prstDash val="solid"/>
                    </a:lnT>
                    <a:lnB w="19375" cmpd="sng">
                      <a:solidFill>
                        <a:srgbClr val="DFE3E3"/>
                      </a:solidFill>
                      <a:prstDash val="solid"/>
                    </a:lnB>
                    <a:solidFill>
                      <a:srgbClr val="0BA2B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5000"/>
                        </a:lnSpc>
                        <a:buNone/>
                      </a:pPr>
                      <a:r>
                        <a:rPr sz="1700"/>
                        <a:t>Test Cloud, Test Manager, Action Center, API Workflow, Studio Web, Maestro</a:t>
                      </a:r>
                    </a:p>
                  </a:txBody>
                  <a:tcPr marL="91450" marR="91450" marT="45725" marB="45725" anchor="ctr">
                    <a:lnL w="12700" cmpd="sng">
                      <a:solidFill>
                        <a:srgbClr val="FFFFFF"/>
                      </a:solidFill>
                      <a:prstDash val="solid"/>
                    </a:lnL>
                    <a:lnR w="12700" cmpd="sng">
                      <a:solidFill>
                        <a:srgbClr val="32C4F3"/>
                      </a:solidFill>
                      <a:prstDash val="solid"/>
                    </a:lnR>
                    <a:lnT w="19375" cmpd="sng">
                      <a:solidFill>
                        <a:srgbClr val="DFE3E3"/>
                      </a:solidFill>
                      <a:prstDash val="solid"/>
                    </a:lnT>
                    <a:lnB w="19375" cmpd="sng">
                      <a:solidFill>
                        <a:srgbClr val="DFE3E3"/>
                      </a:solidFill>
                      <a:prstDash val="solid"/>
                    </a:lnB>
                    <a:solidFill>
                      <a:srgbClr val="0BA2B3"/>
                    </a:solidFill>
                  </a:tcPr>
                </a:tc>
              </a:tr>
              <a:tr h="92065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5000"/>
                        </a:lnSpc>
                        <a:buNone/>
                      </a:pPr>
                      <a:r>
                        <a:rPr sz="1700" b="1" i="0" u="non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Agents</a:t>
                      </a:r>
                    </a:p>
                  </a:txBody>
                  <a:tcPr marL="91450" marR="91450" marT="45725" marB="45725" anchor="ctr">
                    <a:lnL w="12700" cmpd="sng">
                      <a:solidFill>
                        <a:srgbClr val="32C4F3"/>
                      </a:solidFill>
                      <a:prstDash val="solid"/>
                    </a:lnL>
                    <a:lnR w="12700" cmpd="sng">
                      <a:solidFill>
                        <a:srgbClr val="FFFFFF"/>
                      </a:solidFill>
                      <a:prstDash val="solid"/>
                    </a:lnR>
                    <a:lnT w="19375" cmpd="sng">
                      <a:solidFill>
                        <a:srgbClr val="DFE3E3"/>
                      </a:solidFill>
                      <a:prstDash val="solid"/>
                    </a:lnT>
                    <a:lnB w="19375" cmpd="sng">
                      <a:solidFill>
                        <a:srgbClr val="DFE3E3"/>
                      </a:solidFill>
                      <a:prstDash val="solid"/>
                    </a:lnB>
                    <a:solidFill>
                      <a:srgbClr val="0BA2B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5000"/>
                        </a:lnSpc>
                        <a:buNone/>
                      </a:pPr>
                      <a:r>
                        <a:rPr sz="1700"/>
                        <a:t>Policy Miner, Red-Team, Test Designer, Test Selector, Failure Analyst, Repair Agent</a:t>
                      </a:r>
                    </a:p>
                  </a:txBody>
                  <a:tcPr marL="91450" marR="91450" marT="45725" marB="45725" anchor="ctr">
                    <a:lnL w="12700" cmpd="sng">
                      <a:solidFill>
                        <a:srgbClr val="FFFFFF"/>
                      </a:solidFill>
                      <a:prstDash val="solid"/>
                    </a:lnL>
                    <a:lnR w="12700" cmpd="sng">
                      <a:solidFill>
                        <a:srgbClr val="32C4F3"/>
                      </a:solidFill>
                      <a:prstDash val="solid"/>
                    </a:lnR>
                    <a:lnT w="19375" cmpd="sng">
                      <a:solidFill>
                        <a:srgbClr val="DFE3E3"/>
                      </a:solidFill>
                      <a:prstDash val="solid"/>
                    </a:lnT>
                    <a:lnB w="19375" cmpd="sng">
                      <a:solidFill>
                        <a:srgbClr val="DFE3E3"/>
                      </a:solidFill>
                      <a:prstDash val="solid"/>
                    </a:lnB>
                    <a:solidFill>
                      <a:srgbClr val="0BA2B3"/>
                    </a:solidFill>
                  </a:tcPr>
                </a:tc>
              </a:tr>
              <a:tr h="117235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5000"/>
                        </a:lnSpc>
                        <a:buNone/>
                      </a:pPr>
                      <a:r>
                        <a:rPr sz="1700" b="1" i="0" u="non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Tech stack</a:t>
                      </a:r>
                    </a:p>
                  </a:txBody>
                  <a:tcPr marL="91450" marR="91450" marT="45725" marB="45725" anchor="ctr">
                    <a:lnL w="12700" cmpd="sng">
                      <a:solidFill>
                        <a:srgbClr val="32C4F3"/>
                      </a:solidFill>
                      <a:prstDash val="solid"/>
                    </a:lnL>
                    <a:lnR w="12700" cmpd="sng">
                      <a:solidFill>
                        <a:srgbClr val="FFFFFF"/>
                      </a:solidFill>
                      <a:prstDash val="solid"/>
                    </a:lnR>
                    <a:lnT w="19375" cmpd="sng">
                      <a:solidFill>
                        <a:srgbClr val="DFE3E3"/>
                      </a:solidFill>
                      <a:prstDash val="solid"/>
                    </a:lnT>
                    <a:lnB w="12700" cmpd="sng">
                      <a:solidFill>
                        <a:srgbClr val="32C4F3"/>
                      </a:solidFill>
                      <a:prstDash val="solid"/>
                    </a:lnB>
                    <a:solidFill>
                      <a:srgbClr val="0BA2B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5000"/>
                        </a:lnSpc>
                        <a:buNone/>
                      </a:pPr>
                      <a:r>
                        <a:rPr sz="1700"/>
                        <a:t>Python, FastAPI, Vercel, pytest, GitHub, Codex / coding agents</a:t>
                      </a:r>
                    </a:p>
                  </a:txBody>
                  <a:tcPr marL="91450" marR="91450" marT="45725" marB="45725" anchor="ctr">
                    <a:lnL w="12700" cmpd="sng">
                      <a:solidFill>
                        <a:srgbClr val="FFFFFF"/>
                      </a:solidFill>
                      <a:prstDash val="solid"/>
                    </a:lnL>
                    <a:lnR w="12700" cmpd="sng">
                      <a:solidFill>
                        <a:srgbClr val="32C4F3"/>
                      </a:solidFill>
                      <a:prstDash val="solid"/>
                    </a:lnR>
                    <a:lnT w="19375" cmpd="sng">
                      <a:solidFill>
                        <a:srgbClr val="DFE3E3"/>
                      </a:solidFill>
                      <a:prstDash val="solid"/>
                    </a:lnT>
                    <a:lnB w="12700" cmpd="sng">
                      <a:solidFill>
                        <a:srgbClr val="32C4F3"/>
                      </a:solidFill>
                      <a:prstDash val="solid"/>
                    </a:lnB>
                    <a:solidFill>
                      <a:srgbClr val="0BA2B3"/>
                    </a:solidFill>
                  </a:tcPr>
                </a:tc>
              </a:tr>
            </a:tbl>
          </a:graphicData>
        </a:graphic>
      </p:graphicFrame>
      <p:sp>
        <p:nvSpPr>
          <p:cNvPr id="189" name="Google Shape;189;p4">
            <a:extLst xmlns:a="http://schemas.openxmlformats.org/drawingml/2006/main">
              <a:ext uri="{FF2B5EF4-FFF2-40B4-BE49-F238E27FC236}">
                <a16:creationId xmlns:a16="http://schemas.microsoft.com/office/drawing/2014/main" id="{1F9ECB9C-972E-4392-94F8-DF4BF63935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9999" y="859929"/>
            <a:ext cx="10398300" cy="646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sp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0" i="0" u="none" cap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 </a:t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190" name="Google Shape;190;p4">
            <a:extLst xmlns:a="http://schemas.openxmlformats.org/drawingml/2006/main">
              <a:ext uri="{FF2B5EF4-FFF2-40B4-BE49-F238E27FC236}">
                <a16:creationId xmlns:a16="http://schemas.microsoft.com/office/drawing/2014/main" id="{1E410710-A26A-4E10-8C93-DE3FDC65BC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691" y="1016651"/>
            <a:ext cx="5497800" cy="48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b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u="none" cap="none">
                <a:solidFill>
                  <a:schemeClr val="dk1"/>
                </a:solidFill>
                <a:latin typeface="Arial"/>
                <a:ea typeface="Arial"/>
                <a:cs typeface="Arial"/>
              </a:rPr>
              <a:t>Benefits, impact and outcomes</a:t>
            </a:r>
          </a:p>
        </p:txBody>
      </p:sp>
      <p:sp>
        <p:nvSpPr>
          <p:cNvPr id="191" name="Google Shape;191;p4">
            <a:extLst xmlns:a="http://schemas.openxmlformats.org/drawingml/2006/main">
              <a:ext uri="{FF2B5EF4-FFF2-40B4-BE49-F238E27FC236}">
                <a16:creationId xmlns:a16="http://schemas.microsoft.com/office/drawing/2014/main" id="{D330BA0B-729B-4C0F-9E75-18E1B0241F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2301" y="1779735"/>
            <a:ext cx="5500500" cy="442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marL="457200" indent="-342900" algn="l">
              <a:lnSpc>
                <a:spcPct val="150000"/>
              </a:lnSpc>
              <a:spcBef>
                <a:spcPts val="1200"/>
              </a:spcBef>
              <a:spcAft>
                <a:spcPts val="0"/>
              </a:spcAft>
              <a:buChar char="●"/>
            </a:pPr>
            <a:r>
              <a:rPr sz="1800">
                <a:solidFill>
                  <a:srgbClr val="1D1D1F"/>
                </a:solidFill>
                <a:highlight>
                  <a:srgbClr val="FFFFFF"/>
                </a:highlight>
              </a:rPr>
              <a:t/>
            </a:r>
          </a:p>
        </p:txBody>
      </p:sp>
      <p:sp>
        <p:nvSpPr>
          <p:cNvPr id="193" name="">
            <a:extLst xmlns:a="http://schemas.openxmlformats.org/drawingml/2006/main">
              <a:ext uri="{FF2B5EF4-FFF2-40B4-BE49-F238E27FC236}">
                <a16:creationId xmlns:a16="http://schemas.microsoft.com/office/drawing/2014/main" id="{268E52C2-4A31-4FE6-A16E-5508C36F06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" y="1190625"/>
            <a:ext cx="5238750" cy="485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A4A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4" name="">
            <a:extLst xmlns:a="http://schemas.openxmlformats.org/drawingml/2006/main">
              <a:ext uri="{FF2B5EF4-FFF2-40B4-BE49-F238E27FC236}">
                <a16:creationId xmlns:a16="http://schemas.microsoft.com/office/drawing/2014/main" id="{104E4039-2197-427C-90A5-2B333CA852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190625"/>
            <a:ext cx="5572125" cy="504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5" name="">
            <a:extLst xmlns:a="http://schemas.openxmlformats.org/drawingml/2006/main">
              <a:ext uri="{FF2B5EF4-FFF2-40B4-BE49-F238E27FC236}">
                <a16:creationId xmlns:a16="http://schemas.microsoft.com/office/drawing/2014/main" id="{DA7D6BBD-337D-4857-B5AC-C225082124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" y="1333500"/>
            <a:ext cx="1952625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A4AD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96" name="">
            <a:extLst xmlns:a="http://schemas.openxmlformats.org/drawingml/2006/main">
              <a:ext uri="{FF2B5EF4-FFF2-40B4-BE49-F238E27FC236}">
                <a16:creationId xmlns:a16="http://schemas.microsoft.com/office/drawing/2014/main" id="{258A090B-C0A8-453F-817E-40053DAB16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95525" y="1333500"/>
            <a:ext cx="3000375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A4AD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97" name="">
            <a:extLst xmlns:a="http://schemas.openxmlformats.org/drawingml/2006/main">
              <a:ext uri="{FF2B5EF4-FFF2-40B4-BE49-F238E27FC236}">
                <a16:creationId xmlns:a16="http://schemas.microsoft.com/office/drawing/2014/main" id="{CC6FB5A2-0A45-462F-A86E-1D0B17C62C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524000"/>
            <a:ext cx="1714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End-user</a:t>
            </a:r>
          </a:p>
        </p:txBody>
      </p:sp>
      <p:sp>
        <p:nvSpPr>
          <p:cNvPr id="198" name="">
            <a:extLst xmlns:a="http://schemas.openxmlformats.org/drawingml/2006/main">
              <a:ext uri="{FF2B5EF4-FFF2-40B4-BE49-F238E27FC236}">
                <a16:creationId xmlns:a16="http://schemas.microsoft.com/office/drawing/2014/main" id="{2A6580CD-FA09-4C9A-A87B-7DD0D6EDCC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57450" y="1447800"/>
            <a:ext cx="2667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000000"/>
                </a:solidFill>
              </a:defRPr>
            </a:pPr>
            <a:r>
              <a:rPr sz="1275" b="0">
                <a:solidFill>
                  <a:srgbClr val="000000"/>
                </a:solidFill>
              </a:rPr>
              <a:t>QA, automation, platform, AI governance teams</a:t>
            </a:r>
          </a:p>
        </p:txBody>
      </p:sp>
      <p:sp>
        <p:nvSpPr>
          <p:cNvPr id="199" name="">
            <a:extLst xmlns:a="http://schemas.openxmlformats.org/drawingml/2006/main">
              <a:ext uri="{FF2B5EF4-FFF2-40B4-BE49-F238E27FC236}">
                <a16:creationId xmlns:a16="http://schemas.microsoft.com/office/drawing/2014/main" id="{C009879C-DAF6-49AF-8946-CEC9A1A3A3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" y="2076450"/>
            <a:ext cx="1952625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A4AD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00" name="">
            <a:extLst xmlns:a="http://schemas.openxmlformats.org/drawingml/2006/main">
              <a:ext uri="{FF2B5EF4-FFF2-40B4-BE49-F238E27FC236}">
                <a16:creationId xmlns:a16="http://schemas.microsoft.com/office/drawing/2014/main" id="{6C0715A4-DF22-4409-8720-D4924856F7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95525" y="2076450"/>
            <a:ext cx="3000375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A4AD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01" name="">
            <a:extLst xmlns:a="http://schemas.openxmlformats.org/drawingml/2006/main">
              <a:ext uri="{FF2B5EF4-FFF2-40B4-BE49-F238E27FC236}">
                <a16:creationId xmlns:a16="http://schemas.microsoft.com/office/drawing/2014/main" id="{0901FE9A-602E-4171-9D6C-58BF3CB7A0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66950"/>
            <a:ext cx="1714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Workflow tested</a:t>
            </a:r>
          </a:p>
        </p:txBody>
      </p:sp>
      <p:sp>
        <p:nvSpPr>
          <p:cNvPr id="202" name="">
            <a:extLst xmlns:a="http://schemas.openxmlformats.org/drawingml/2006/main">
              <a:ext uri="{FF2B5EF4-FFF2-40B4-BE49-F238E27FC236}">
                <a16:creationId xmlns:a16="http://schemas.microsoft.com/office/drawing/2014/main" id="{45F391D7-3D96-43B4-B09C-7F43AC52B0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57450" y="2190750"/>
            <a:ext cx="2667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000000"/>
                </a:solidFill>
              </a:defRPr>
            </a:pPr>
            <a:r>
              <a:rPr sz="1275" b="0">
                <a:solidFill>
                  <a:srgbClr val="000000"/>
                </a:solidFill>
              </a:rPr>
              <a:t>Marketing Outreach Agent -&gt; Customer Data Agent</a:t>
            </a:r>
          </a:p>
        </p:txBody>
      </p:sp>
      <p:sp>
        <p:nvSpPr>
          <p:cNvPr id="203" name="">
            <a:extLst xmlns:a="http://schemas.openxmlformats.org/drawingml/2006/main">
              <a:ext uri="{FF2B5EF4-FFF2-40B4-BE49-F238E27FC236}">
                <a16:creationId xmlns:a16="http://schemas.microsoft.com/office/drawing/2014/main" id="{A3B4343D-64C6-43D5-BAFC-95E3AB8E00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" y="2819400"/>
            <a:ext cx="1952625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A4AD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04" name="">
            <a:extLst xmlns:a="http://schemas.openxmlformats.org/drawingml/2006/main">
              <a:ext uri="{FF2B5EF4-FFF2-40B4-BE49-F238E27FC236}">
                <a16:creationId xmlns:a16="http://schemas.microsoft.com/office/drawing/2014/main" id="{7E542E9A-1359-4C69-BA08-88E300AB74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95525" y="2819400"/>
            <a:ext cx="3000375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A4AD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05" name="">
            <a:extLst xmlns:a="http://schemas.openxmlformats.org/drawingml/2006/main">
              <a:ext uri="{FF2B5EF4-FFF2-40B4-BE49-F238E27FC236}">
                <a16:creationId xmlns:a16="http://schemas.microsoft.com/office/drawing/2014/main" id="{FC650878-EE84-4D0F-BAAE-EF4D13DBB0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009900"/>
            <a:ext cx="1714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UiPath products</a:t>
            </a:r>
          </a:p>
        </p:txBody>
      </p:sp>
      <p:sp>
        <p:nvSpPr>
          <p:cNvPr id="206" name="">
            <a:extLst xmlns:a="http://schemas.openxmlformats.org/drawingml/2006/main">
              <a:ext uri="{FF2B5EF4-FFF2-40B4-BE49-F238E27FC236}">
                <a16:creationId xmlns:a16="http://schemas.microsoft.com/office/drawing/2014/main" id="{0D6B9363-3A59-4652-A378-BAD4A6A2B7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57450" y="2933700"/>
            <a:ext cx="2667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000000"/>
                </a:solidFill>
              </a:defRPr>
            </a:pPr>
            <a:r>
              <a:rPr sz="1275" b="0">
                <a:solidFill>
                  <a:srgbClr val="000000"/>
                </a:solidFill>
              </a:rPr>
              <a:t>Test Cloud, Test Manager, Action Center, API Workflow, Studio Web, Maestro</a:t>
            </a:r>
          </a:p>
        </p:txBody>
      </p:sp>
      <p:sp>
        <p:nvSpPr>
          <p:cNvPr id="207" name="">
            <a:extLst xmlns:a="http://schemas.openxmlformats.org/drawingml/2006/main">
              <a:ext uri="{FF2B5EF4-FFF2-40B4-BE49-F238E27FC236}">
                <a16:creationId xmlns:a16="http://schemas.microsoft.com/office/drawing/2014/main" id="{A371B218-88D6-418D-90D8-AEC37ABC51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" y="3562350"/>
            <a:ext cx="1952625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A4AD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08" name="">
            <a:extLst xmlns:a="http://schemas.openxmlformats.org/drawingml/2006/main">
              <a:ext uri="{FF2B5EF4-FFF2-40B4-BE49-F238E27FC236}">
                <a16:creationId xmlns:a16="http://schemas.microsoft.com/office/drawing/2014/main" id="{3122AD34-02B3-4C0A-BA22-93148145BE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95525" y="3562350"/>
            <a:ext cx="3000375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A4AD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09" name="">
            <a:extLst xmlns:a="http://schemas.openxmlformats.org/drawingml/2006/main">
              <a:ext uri="{FF2B5EF4-FFF2-40B4-BE49-F238E27FC236}">
                <a16:creationId xmlns:a16="http://schemas.microsoft.com/office/drawing/2014/main" id="{EB297959-6E49-4DF4-BF31-231BA94E6E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752850"/>
            <a:ext cx="1714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Agents</a:t>
            </a:r>
          </a:p>
        </p:txBody>
      </p:sp>
      <p:sp>
        <p:nvSpPr>
          <p:cNvPr id="210" name="">
            <a:extLst xmlns:a="http://schemas.openxmlformats.org/drawingml/2006/main">
              <a:ext uri="{FF2B5EF4-FFF2-40B4-BE49-F238E27FC236}">
                <a16:creationId xmlns:a16="http://schemas.microsoft.com/office/drawing/2014/main" id="{625796A6-D02D-4F07-AF63-48A8F0CA55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57450" y="3676650"/>
            <a:ext cx="2667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000000"/>
                </a:solidFill>
              </a:defRPr>
            </a:pPr>
            <a:r>
              <a:rPr sz="1275" b="0">
                <a:solidFill>
                  <a:srgbClr val="000000"/>
                </a:solidFill>
              </a:rPr>
              <a:t>Policy Miner, Red-Team, Test Designer, Test Selector, Failure Analyst, Repair Agent</a:t>
            </a:r>
          </a:p>
        </p:txBody>
      </p:sp>
      <p:sp>
        <p:nvSpPr>
          <p:cNvPr id="211" name="">
            <a:extLst xmlns:a="http://schemas.openxmlformats.org/drawingml/2006/main">
              <a:ext uri="{FF2B5EF4-FFF2-40B4-BE49-F238E27FC236}">
                <a16:creationId xmlns:a16="http://schemas.microsoft.com/office/drawing/2014/main" id="{19B0F66B-3A26-4E59-A319-9E1B5E6065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" y="4305300"/>
            <a:ext cx="1952625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A4AD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12" name="">
            <a:extLst xmlns:a="http://schemas.openxmlformats.org/drawingml/2006/main">
              <a:ext uri="{FF2B5EF4-FFF2-40B4-BE49-F238E27FC236}">
                <a16:creationId xmlns:a16="http://schemas.microsoft.com/office/drawing/2014/main" id="{72685350-F3C6-496C-B61F-D3675D0CF2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95525" y="4305300"/>
            <a:ext cx="3000375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A4AD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13" name="">
            <a:extLst xmlns:a="http://schemas.openxmlformats.org/drawingml/2006/main">
              <a:ext uri="{FF2B5EF4-FFF2-40B4-BE49-F238E27FC236}">
                <a16:creationId xmlns:a16="http://schemas.microsoft.com/office/drawing/2014/main" id="{CE6869B6-6979-483E-8BBD-1C7E79B87C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495800"/>
            <a:ext cx="1714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Tech stack</a:t>
            </a:r>
          </a:p>
        </p:txBody>
      </p:sp>
      <p:sp>
        <p:nvSpPr>
          <p:cNvPr id="214" name="">
            <a:extLst xmlns:a="http://schemas.openxmlformats.org/drawingml/2006/main">
              <a:ext uri="{FF2B5EF4-FFF2-40B4-BE49-F238E27FC236}">
                <a16:creationId xmlns:a16="http://schemas.microsoft.com/office/drawing/2014/main" id="{A4A7EF6B-0DD7-4B42-9279-6AC0F86D97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57450" y="4419600"/>
            <a:ext cx="2667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000000"/>
                </a:solidFill>
              </a:defRPr>
            </a:pPr>
            <a:r>
              <a:rPr sz="1275" b="0">
                <a:solidFill>
                  <a:srgbClr val="000000"/>
                </a:solidFill>
              </a:rPr>
              <a:t>Python, FastAPI, Vercel, pytest, GitHub, Codex / coding agents</a:t>
            </a:r>
          </a:p>
        </p:txBody>
      </p:sp>
      <p:sp>
        <p:nvSpPr>
          <p:cNvPr id="215" name="">
            <a:extLst xmlns:a="http://schemas.openxmlformats.org/drawingml/2006/main">
              <a:ext uri="{FF2B5EF4-FFF2-40B4-BE49-F238E27FC236}">
                <a16:creationId xmlns:a16="http://schemas.microsoft.com/office/drawing/2014/main" id="{A9624A92-BC90-4114-AC7F-84CB161F27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1885950"/>
            <a:ext cx="1714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22222"/>
                </a:solidFill>
              </a:defRPr>
            </a:pPr>
            <a:r>
              <a:rPr sz="1800" b="0">
                <a:solidFill>
                  <a:srgbClr val="222222"/>
                </a:solidFill>
              </a:rPr>
              <a:t>•</a:t>
            </a:r>
          </a:p>
        </p:txBody>
      </p:sp>
      <p:sp>
        <p:nvSpPr>
          <p:cNvPr id="216" name="">
            <a:extLst xmlns:a="http://schemas.openxmlformats.org/drawingml/2006/main">
              <a:ext uri="{FF2B5EF4-FFF2-40B4-BE49-F238E27FC236}">
                <a16:creationId xmlns:a16="http://schemas.microsoft.com/office/drawing/2014/main" id="{5AC159D5-F8E5-4A7D-A6A8-3C3173BC5D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1905000"/>
            <a:ext cx="4953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222222"/>
                </a:solidFill>
              </a:defRPr>
            </a:pPr>
            <a:r>
              <a:rPr sz="1500" b="0">
                <a:solidFill>
                  <a:srgbClr val="222222"/>
                </a:solidFill>
              </a:rPr>
              <a:t>Turns risky AI-agent behavior into managed Test Cloud evidence.</a:t>
            </a:r>
          </a:p>
        </p:txBody>
      </p:sp>
      <p:sp>
        <p:nvSpPr>
          <p:cNvPr id="217" name="">
            <a:extLst xmlns:a="http://schemas.openxmlformats.org/drawingml/2006/main">
              <a:ext uri="{FF2B5EF4-FFF2-40B4-BE49-F238E27FC236}">
                <a16:creationId xmlns:a16="http://schemas.microsoft.com/office/drawing/2014/main" id="{F685BF5A-3577-4D71-9354-B80F6FCD0C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600325"/>
            <a:ext cx="1714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22222"/>
                </a:solidFill>
              </a:defRPr>
            </a:pPr>
            <a:r>
              <a:rPr sz="1800" b="0">
                <a:solidFill>
                  <a:srgbClr val="222222"/>
                </a:solidFill>
              </a:rPr>
              <a:t>•</a:t>
            </a:r>
          </a:p>
        </p:txBody>
      </p:sp>
      <p:sp>
        <p:nvSpPr>
          <p:cNvPr id="218" name="">
            <a:extLst xmlns:a="http://schemas.openxmlformats.org/drawingml/2006/main">
              <a:ext uri="{FF2B5EF4-FFF2-40B4-BE49-F238E27FC236}">
                <a16:creationId xmlns:a16="http://schemas.microsoft.com/office/drawing/2014/main" id="{4BCE907E-E4A7-44AF-8BBA-06740058E8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2619375"/>
            <a:ext cx="4953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222222"/>
                </a:solidFill>
              </a:defRPr>
            </a:pPr>
            <a:r>
              <a:rPr sz="1500" b="0">
                <a:solidFill>
                  <a:srgbClr val="222222"/>
                </a:solidFill>
              </a:rPr>
              <a:t>Reduces manual AI workflow review by turning policies and traces into certification tests.</a:t>
            </a:r>
          </a:p>
        </p:txBody>
      </p:sp>
      <p:sp>
        <p:nvSpPr>
          <p:cNvPr id="219" name="">
            <a:extLst xmlns:a="http://schemas.openxmlformats.org/drawingml/2006/main">
              <a:ext uri="{FF2B5EF4-FFF2-40B4-BE49-F238E27FC236}">
                <a16:creationId xmlns:a16="http://schemas.microsoft.com/office/drawing/2014/main" id="{64A6DA9A-A141-42E0-AF39-A00B2DCD5E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3486150"/>
            <a:ext cx="1714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22222"/>
                </a:solidFill>
              </a:defRPr>
            </a:pPr>
            <a:r>
              <a:rPr sz="1800" b="0">
                <a:solidFill>
                  <a:srgbClr val="222222"/>
                </a:solidFill>
              </a:rPr>
              <a:t>•</a:t>
            </a:r>
          </a:p>
        </p:txBody>
      </p:sp>
      <p:sp>
        <p:nvSpPr>
          <p:cNvPr id="220" name="">
            <a:extLst xmlns:a="http://schemas.openxmlformats.org/drawingml/2006/main">
              <a:ext uri="{FF2B5EF4-FFF2-40B4-BE49-F238E27FC236}">
                <a16:creationId xmlns:a16="http://schemas.microsoft.com/office/drawing/2014/main" id="{83BBEC4A-A00F-4FAB-B5EA-8F7D10B73C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3505200"/>
            <a:ext cx="4953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222222"/>
                </a:solidFill>
              </a:defRPr>
            </a:pPr>
            <a:r>
              <a:rPr sz="1500" b="0">
                <a:solidFill>
                  <a:srgbClr val="222222"/>
                </a:solidFill>
              </a:rPr>
              <a:t>Keeps humans accountable for high-impact production access through Action Center.</a:t>
            </a:r>
          </a:p>
        </p:txBody>
      </p:sp>
      <p:sp>
        <p:nvSpPr>
          <p:cNvPr id="221" name="">
            <a:extLst xmlns:a="http://schemas.openxmlformats.org/drawingml/2006/main">
              <a:ext uri="{FF2B5EF4-FFF2-40B4-BE49-F238E27FC236}">
                <a16:creationId xmlns:a16="http://schemas.microsoft.com/office/drawing/2014/main" id="{7E3B79ED-CD99-4CEF-A877-567E3FC175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4381500"/>
            <a:ext cx="1714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22222"/>
                </a:solidFill>
              </a:defRPr>
            </a:pPr>
            <a:r>
              <a:rPr sz="1800" b="0">
                <a:solidFill>
                  <a:srgbClr val="222222"/>
                </a:solidFill>
              </a:rPr>
              <a:t>•</a:t>
            </a:r>
          </a:p>
        </p:txBody>
      </p:sp>
      <p:sp>
        <p:nvSpPr>
          <p:cNvPr id="222" name="">
            <a:extLst xmlns:a="http://schemas.openxmlformats.org/drawingml/2006/main">
              <a:ext uri="{FF2B5EF4-FFF2-40B4-BE49-F238E27FC236}">
                <a16:creationId xmlns:a16="http://schemas.microsoft.com/office/drawing/2014/main" id="{B3AA838B-72EC-4694-9698-6E1D654330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4400550"/>
            <a:ext cx="4953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222222"/>
                </a:solidFill>
              </a:defRPr>
            </a:pPr>
            <a:r>
              <a:rPr sz="1500" b="0">
                <a:solidFill>
                  <a:srgbClr val="222222"/>
                </a:solidFill>
              </a:rPr>
              <a:t>Enforces runtime decisions with API Workflow: aggregate access is allowed, raw PII export is denied and suspended.</a:t>
            </a:r>
          </a:p>
        </p:txBody>
      </p:sp>
    </p:spTree>
    <p:extLst>
      <p:ext uri="{BB962C8B-B14F-4D97-AF65-F5344CB8AC3E}">
        <p14:creationId xmlns:p14="http://schemas.microsoft.com/office/powerpoint/2010/main" val="1802806856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6" name="Google Shape;196;p5">
            <a:extLst xmlns:a="http://schemas.openxmlformats.org/drawingml/2006/main">
              <a:ext uri="{FF2B5EF4-FFF2-40B4-BE49-F238E27FC236}">
                <a16:creationId xmlns:a16="http://schemas.microsoft.com/office/drawing/2014/main" id="{4CCAF313-C692-4250-BC3D-1365D175E73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11574470" y="6480000"/>
            <a:ext cx="157094" cy="1538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</a:p>
        </p:txBody>
      </p:sp>
      <p:sp>
        <p:nvSpPr>
          <p:cNvPr id="197" name="Google Shape;197;p5">
            <a:extLst xmlns:a="http://schemas.openxmlformats.org/drawingml/2006/main">
              <a:ext uri="{FF2B5EF4-FFF2-40B4-BE49-F238E27FC236}">
                <a16:creationId xmlns:a16="http://schemas.microsoft.com/office/drawing/2014/main" id="{153C6C6C-73E7-4DF2-B23F-CF47054C24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9999" y="859929"/>
            <a:ext cx="10398312" cy="64633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sp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0" i="0" u="none" cap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 </a:t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198" name="Google Shape;198;p5">
            <a:extLst xmlns:a="http://schemas.openxmlformats.org/drawingml/2006/main">
              <a:ext uri="{FF2B5EF4-FFF2-40B4-BE49-F238E27FC236}">
                <a16:creationId xmlns:a16="http://schemas.microsoft.com/office/drawing/2014/main" id="{E6AB6C69-3CF4-4DBA-AD04-9ACDA5D0DD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9999" y="360000"/>
            <a:ext cx="9000000" cy="90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000" b="1" i="0" u="none" cap="none">
                <a:solidFill>
                  <a:schemeClr val="dk1"/>
                </a:solidFill>
                <a:latin typeface="Arial"/>
                <a:ea typeface="Arial"/>
                <a:cs typeface="Arial"/>
              </a:rPr>
              <a:t>Solution architecture</a:t>
            </a:r>
          </a:p>
        </p:txBody>
      </p:sp>
      <p:sp>
        <p:nvSpPr>
          <p:cNvPr id="199" name="Google Shape;199;p5">
            <a:extLst xmlns:a="http://schemas.openxmlformats.org/drawingml/2006/main">
              <a:ext uri="{FF2B5EF4-FFF2-40B4-BE49-F238E27FC236}">
                <a16:creationId xmlns:a16="http://schemas.microsoft.com/office/drawing/2014/main" id="{49C9C3F2-096A-403B-A791-90A50F9042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1" y="1414435"/>
            <a:ext cx="11459400" cy="442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200" name="">
            <a:extLst xmlns:a="http://schemas.openxmlformats.org/drawingml/2006/main">
              <a:ext uri="{FF2B5EF4-FFF2-40B4-BE49-F238E27FC236}">
                <a16:creationId xmlns:a16="http://schemas.microsoft.com/office/drawing/2014/main" id="{30B90EB3-EE81-4891-9E4E-E1F13C637B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381125"/>
            <a:ext cx="12001500" cy="476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1" name="">
            <a:extLst xmlns:a="http://schemas.openxmlformats.org/drawingml/2006/main">
              <a:ext uri="{FF2B5EF4-FFF2-40B4-BE49-F238E27FC236}">
                <a16:creationId xmlns:a16="http://schemas.microsoft.com/office/drawing/2014/main" id="{F0E145AC-8F2A-4AA6-8836-38C290433D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524000"/>
            <a:ext cx="4953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72026"/>
                </a:solidFill>
              </a:defRPr>
            </a:pPr>
            <a:r>
              <a:rPr sz="1800" b="1">
                <a:solidFill>
                  <a:srgbClr val="172026"/>
                </a:solidFill>
              </a:rPr>
              <a:t>Agentic Test Swarm flow</a:t>
            </a:r>
          </a:p>
        </p:txBody>
      </p:sp>
      <p:sp>
        <p:nvSpPr>
          <p:cNvPr id="202" name="">
            <a:extLst xmlns:a="http://schemas.openxmlformats.org/drawingml/2006/main">
              <a:ext uri="{FF2B5EF4-FFF2-40B4-BE49-F238E27FC236}">
                <a16:creationId xmlns:a16="http://schemas.microsoft.com/office/drawing/2014/main" id="{D3AE104E-E890-469E-B887-9D7295D6E0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952625"/>
            <a:ext cx="55245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026"/>
                </a:solidFill>
              </a:defRPr>
            </a:pPr>
            <a:r>
              <a:rPr sz="1500" b="0">
                <a:solidFill>
                  <a:srgbClr val="172026"/>
                </a:solidFill>
              </a:rPr>
              <a:t>Captured AI trace -&gt; Policy Miner -&gt; Red-Team Agent -&gt; Test Designer -&gt; Test Selector -&gt; UiPath Test Cloud -&gt; Failure Analyst -&gt; Repair Agent -&gt; targeted re-test -&gt; Action Center approval -&gt; API Workflow runtime enforcement.</a:t>
            </a:r>
          </a:p>
        </p:txBody>
      </p:sp>
      <p:sp>
        <p:nvSpPr>
          <p:cNvPr id="203" name="">
            <a:extLst xmlns:a="http://schemas.openxmlformats.org/drawingml/2006/main">
              <a:ext uri="{FF2B5EF4-FFF2-40B4-BE49-F238E27FC236}">
                <a16:creationId xmlns:a16="http://schemas.microsoft.com/office/drawing/2014/main" id="{C5DC71D5-D792-4547-886E-D15D0C7003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76600"/>
            <a:ext cx="1714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222222"/>
                </a:solidFill>
              </a:defRPr>
            </a:pPr>
            <a:r>
              <a:rPr sz="1725" b="0">
                <a:solidFill>
                  <a:srgbClr val="222222"/>
                </a:solidFill>
              </a:rPr>
              <a:t>•</a:t>
            </a:r>
          </a:p>
        </p:txBody>
      </p:sp>
      <p:sp>
        <p:nvSpPr>
          <p:cNvPr id="204" name="">
            <a:extLst xmlns:a="http://schemas.openxmlformats.org/drawingml/2006/main">
              <a:ext uri="{FF2B5EF4-FFF2-40B4-BE49-F238E27FC236}">
                <a16:creationId xmlns:a16="http://schemas.microsoft.com/office/drawing/2014/main" id="{A9520C4B-4B35-4EFC-AE0B-878AB27979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295650"/>
            <a:ext cx="5334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222222"/>
                </a:solidFill>
              </a:defRPr>
            </a:pPr>
            <a:r>
              <a:rPr sz="1425" b="0">
                <a:solidFill>
                  <a:srgbClr val="222222"/>
                </a:solidFill>
              </a:rPr>
              <a:t>UiPath is the control plane: evidence, approval, orchestration, and enforcement.</a:t>
            </a:r>
          </a:p>
        </p:txBody>
      </p:sp>
      <p:sp>
        <p:nvSpPr>
          <p:cNvPr id="205" name="">
            <a:extLst xmlns:a="http://schemas.openxmlformats.org/drawingml/2006/main">
              <a:ext uri="{FF2B5EF4-FFF2-40B4-BE49-F238E27FC236}">
                <a16:creationId xmlns:a16="http://schemas.microsoft.com/office/drawing/2014/main" id="{7B526250-1C68-4759-94C0-AB07ACE0D8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933825"/>
            <a:ext cx="1714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222222"/>
                </a:solidFill>
              </a:defRPr>
            </a:pPr>
            <a:r>
              <a:rPr sz="1725" b="0">
                <a:solidFill>
                  <a:srgbClr val="222222"/>
                </a:solidFill>
              </a:rPr>
              <a:t>•</a:t>
            </a:r>
          </a:p>
        </p:txBody>
      </p:sp>
      <p:sp>
        <p:nvSpPr>
          <p:cNvPr id="206" name="">
            <a:extLst xmlns:a="http://schemas.openxmlformats.org/drawingml/2006/main">
              <a:ext uri="{FF2B5EF4-FFF2-40B4-BE49-F238E27FC236}">
                <a16:creationId xmlns:a16="http://schemas.microsoft.com/office/drawing/2014/main" id="{47B66848-F3D4-4913-B985-811191F5E7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952875"/>
            <a:ext cx="5334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222222"/>
                </a:solidFill>
              </a:defRPr>
            </a:pPr>
            <a:r>
              <a:rPr sz="1425" b="0">
                <a:solidFill>
                  <a:srgbClr val="222222"/>
                </a:solidFill>
              </a:rPr>
              <a:t>External LLMs and coding agents propose attacks and repair candidates; deterministic oracles and Test Cloud evidence decide what is trusted.</a:t>
            </a:r>
          </a:p>
        </p:txBody>
      </p:sp>
      <p:pic>
        <p:nvPicPr>
          <p:cNvPr id="22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0d3e49b9aff4d51"/>
          <a:stretch xmlns:a="http://schemas.openxmlformats.org/drawingml/2006/main"/>
        </p:blipFill>
        <p:spPr>
          <a:xfrm xmlns:a="http://schemas.openxmlformats.org/drawingml/2006/main">
            <a:off x="6286500" y="1557598"/>
            <a:ext cx="2476500" cy="1647305"/>
          </a:xfrm>
          <a:prstGeom xmlns:a="http://schemas.openxmlformats.org/drawingml/2006/main" prst="roundRect">
            <a:avLst>
              <a:gd name="adj" fmla="val 3158"/>
            </a:avLst>
          </a:prstGeom>
        </p:spPr>
      </p:pic>
      <p:pic>
        <p:nvPicPr>
          <p:cNvPr id="22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ae3c130ef624fe5"/>
          <a:stretch xmlns:a="http://schemas.openxmlformats.org/drawingml/2006/main"/>
        </p:blipFill>
        <p:spPr>
          <a:xfrm xmlns:a="http://schemas.openxmlformats.org/drawingml/2006/main">
            <a:off x="8953500" y="1643459"/>
            <a:ext cx="2476500" cy="1475581"/>
          </a:xfrm>
          <a:prstGeom xmlns:a="http://schemas.openxmlformats.org/drawingml/2006/main" prst="roundRect">
            <a:avLst>
              <a:gd name="adj" fmla="val 3158"/>
            </a:avLst>
          </a:prstGeom>
        </p:spPr>
      </p:pic>
      <p:pic>
        <p:nvPicPr>
          <p:cNvPr id="22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3be1e43f6c04d3c"/>
          <a:stretch xmlns:a="http://schemas.openxmlformats.org/drawingml/2006/main"/>
        </p:blipFill>
        <p:spPr>
          <a:xfrm xmlns:a="http://schemas.openxmlformats.org/drawingml/2006/main">
            <a:off x="6350726" y="3619500"/>
            <a:ext cx="2348047" cy="1809750"/>
          </a:xfrm>
          <a:prstGeom xmlns:a="http://schemas.openxmlformats.org/drawingml/2006/main" prst="roundRect">
            <a:avLst>
              <a:gd name="adj" fmla="val 3158"/>
            </a:avLst>
          </a:prstGeom>
        </p:spPr>
      </p:pic>
      <p:pic>
        <p:nvPicPr>
          <p:cNvPr id="22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7e7a148ef5e4870"/>
          <a:stretch xmlns:a="http://schemas.openxmlformats.org/drawingml/2006/main"/>
        </p:blipFill>
        <p:spPr>
          <a:xfrm xmlns:a="http://schemas.openxmlformats.org/drawingml/2006/main">
            <a:off x="8953500" y="3637667"/>
            <a:ext cx="2476500" cy="1773416"/>
          </a:xfrm>
          <a:prstGeom xmlns:a="http://schemas.openxmlformats.org/drawingml/2006/main" prst="roundRect">
            <a:avLst>
              <a:gd name="adj" fmla="val 3158"/>
            </a:avLst>
          </a:prstGeom>
        </p:spPr>
      </p:pic>
      <p:sp>
        <p:nvSpPr>
          <p:cNvPr id="211" name="">
            <a:extLst xmlns:a="http://schemas.openxmlformats.org/drawingml/2006/main">
              <a:ext uri="{FF2B5EF4-FFF2-40B4-BE49-F238E27FC236}">
                <a16:creationId xmlns:a16="http://schemas.microsoft.com/office/drawing/2014/main" id="{10055526-BA78-4F21-8D4D-5F656FA55F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524500"/>
            <a:ext cx="857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72026"/>
                </a:solidFill>
              </a:defRPr>
            </a:pPr>
            <a:r>
              <a:rPr sz="1650" b="0">
                <a:solidFill>
                  <a:srgbClr val="172026"/>
                </a:solidFill>
              </a:rPr>
              <a:t>GitHub Repo: https://github.com/Jerry2003826/Uipath</a:t>
            </a:r>
          </a:p>
        </p:txBody>
      </p:sp>
    </p:spTree>
    <p:extLst>
      <p:ext uri="{BB962C8B-B14F-4D97-AF65-F5344CB8AC3E}">
        <p14:creationId xmlns:p14="http://schemas.microsoft.com/office/powerpoint/2010/main" val="1931113187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784A19E-4D27-4CA4-9631-CEF9BFB1F8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714750"/>
            <a:ext cx="7429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FF4B1F"/>
                </a:solidFill>
              </a:defRPr>
            </a:pPr>
            <a:r>
              <a:rPr sz="2700" b="1">
                <a:solidFill>
                  <a:srgbClr val="FF4B1F"/>
                </a:solidFill>
              </a:rPr>
              <a:t>Agentic Test Swarm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7502F5A-955D-4750-B6A4-87E58EF687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495800"/>
            <a:ext cx="647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026"/>
                </a:solidFill>
              </a:defRPr>
            </a:pPr>
            <a:r>
              <a:rPr sz="1500" b="0">
                <a:solidFill>
                  <a:srgbClr val="172026"/>
                </a:solidFill>
              </a:rPr>
              <a:t>Demo: https://permitops-uipath.vercel.app/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6489CD1-E3D6-4286-8C5B-E0E0AFAE3C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857750"/>
            <a:ext cx="723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026"/>
                </a:solidFill>
              </a:defRPr>
            </a:pPr>
            <a:r>
              <a:rPr sz="1500" b="0">
                <a:solidFill>
                  <a:srgbClr val="172026"/>
                </a:solidFill>
              </a:rPr>
              <a:t>GitHub: https://github.com/Jerry2003826/Uipath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04168F4-7110-4DBD-99F2-797D36328F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219700"/>
            <a:ext cx="8382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026"/>
                </a:solidFill>
              </a:defRPr>
            </a:pPr>
            <a:r>
              <a:rPr sz="1500" b="0">
                <a:solidFill>
                  <a:srgbClr val="172026"/>
                </a:solidFill>
              </a:rPr>
              <a:t>UiPath Labs environment: https://staging.uipath.com/hackathon26_067/</a:t>
            </a:r>
          </a:p>
        </p:txBody>
      </p:sp>
    </p:spTree>
    <p:extLst>
      <p:ext uri="{BB962C8B-B14F-4D97-AF65-F5344CB8AC3E}">
        <p14:creationId xmlns:p14="http://schemas.microsoft.com/office/powerpoint/2010/main" val="1884765903"/>
      </p:ext>
    </p:extLst>
  </p:cSld>
</p:sld>
</file>

<file path=ppt/theme/theme1.xml><?xml version="1.0" encoding="utf-8"?>
<a:theme xmlns:a="http://schemas.openxmlformats.org/drawingml/2006/main" name="Primary Presentation Layouts">
  <a:themeElements>
    <a:clrScheme name="UiPath colors">
      <a:dk1>
        <a:srgbClr val="172024"/>
      </a:dk1>
      <a:lt1>
        <a:srgbClr val="FFFFFF"/>
      </a:lt1>
      <a:dk2>
        <a:srgbClr val="9D9D9D"/>
      </a:dk2>
      <a:lt2>
        <a:srgbClr val="F6F6F6"/>
      </a:lt2>
      <a:accent1>
        <a:srgbClr val="FA4616"/>
      </a:accent1>
      <a:accent2>
        <a:srgbClr val="1E6482"/>
      </a:accent2>
      <a:accent3>
        <a:srgbClr val="A32200"/>
      </a:accent3>
      <a:accent4>
        <a:srgbClr val="0BA2B3"/>
      </a:accent4>
      <a:accent5>
        <a:srgbClr val="8B288A"/>
      </a:accent5>
      <a:accent6>
        <a:srgbClr val="FA7678"/>
      </a:accent6>
      <a:hlink>
        <a:srgbClr val="5BCBDE"/>
      </a:hlink>
      <a:folHlink>
        <a:srgbClr val="5BCBDE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iPath colors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2026-06-29T18:46:12.0490000Z</dcterms:created>
  <dcterms:modified xsi:type="dcterms:W3CDTF">2026-06-29T18:46:12.0490000Z</dcterms:modified>
</coreProperties>
</file>