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0F172A"/>
                </a:solidFill>
              </a:defRPr>
            </a:pPr>
            <a:r>
              <a:t>Agentic Test Swarm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25296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Agentic Test Swarm | UiPath AgentHack | Track 3 Test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60704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UiPath Test Cloud agents that attack, repair, and certify AI workflows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UiPath is the orchestration and governance layer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PermitOps Runtime Permit is the output, not the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3550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</a:defRPr>
            </a:pPr>
            <a: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0F172A"/>
                </a:solidFill>
              </a:defRPr>
            </a:pPr>
            <a: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25296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Agentic Test Swarm | UiPath AgentHack | Track 3 Test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60704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Enterprise AI agents can call other agents, APIs, and sensitive customer-data tools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Prompt review cannot prove safe behavior under prompt injection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Hero risk: Marketing Agent asks Customer Data Agent to export 500 VIP emails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3550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</a:defRPr>
            </a:pPr>
            <a: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0F172A"/>
                </a:solidFill>
              </a:defRPr>
            </a:pPr>
            <a: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25296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Agentic Test Swarm | UiPath AgentHack | Track 3 Test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60704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Policy Miner, Red-Team, Test Designer, Test Selector, Failure Analyst, Repair Agent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Deterministic oracle decides expected behavior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Test Cloud evidence plus Action Center approval becomes runtime enforcement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3550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</a:defRPr>
            </a:pPr>
            <a: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0F172A"/>
                </a:solidFill>
              </a:defRPr>
            </a:pPr>
            <a:r>
              <a:t>UiPath Control Plane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25296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Agentic Test Swarm | UiPath AgentHack | Track 3 Test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60704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Studio Web / Maestro owns lifecycle visibility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Test Cloud / Test Manager stores generated tests and re-test evidence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Action Center gates human approval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API Workflow enforces deny_and_suspend at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3550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</a:defRPr>
            </a:pPr>
            <a: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0F172A"/>
                </a:solidFill>
              </a:defRPr>
            </a:pPr>
            <a:r>
              <a:t>Track 3 Test Cloud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25296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Agentic Test Swarm | UiPath AgentHack | Track 3 Test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60704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Requirements become meaningful certification tests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Tests selected by risk, coverage, change impact, and failure history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TC-006 turns a raw phone export incident into regression coverage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AI-infused workflow validated before business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3550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</a:defRPr>
            </a:pPr>
            <a: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0F172A"/>
                </a:solidFill>
              </a:defRPr>
            </a:pPr>
            <a:r>
              <a:t>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25296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Agentic Test Swarm | UiPath AgentHack | Track 3 Test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60704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Manual AI workflow review: 2 hours -&gt; 10 minutes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Ad hoc checklist -&gt; repeatable evidence package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Raw PII calls blocked before production impact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Audit chain across Test Cloud, Action Center, API Workflow, and hashes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3550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</a:defRPr>
            </a:pPr>
            <a: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0F172A"/>
                </a:solidFill>
              </a:defRPr>
            </a:pPr>
            <a:r>
              <a:t>Demo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25296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Agentic Test Swarm | UiPath AgentHack | Track 3 Test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60704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UiPath one-click runbook starts the chain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Before repair: vulnerable agent returns raw PII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After repair: same request returns deny_and_suspend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Action Center task #3545796 keeps human accountable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3550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</a:defRPr>
            </a:pPr>
            <a: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463EB"/>
          </a:solidFill>
          <a:ln>
            <a:solidFill>
              <a:srgbClr val="24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0F172A"/>
                </a:solidFill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25296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Agentic Test Swarm | UiPath AgentHack | Track 3 Test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60704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Add live Test Manager TC-006 execution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Show UiPath for Coding Agents in final video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Add Agent Builder agents for Policy Miner and Red-Team</a:t>
            </a:r>
          </a:p>
          <a:p>
            <a:pPr>
              <a:spcAft>
                <a:spcPts val="1200"/>
              </a:spcAft>
              <a:defRPr sz="2200">
                <a:solidFill>
                  <a:srgbClr val="1E293B"/>
                </a:solidFill>
              </a:defRPr>
            </a:pPr>
            <a:r>
              <a:t>Publish Community Forum use case if selected as finalist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3550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4748B"/>
                </a:solidFill>
              </a:defRPr>
            </a:pPr>
            <a: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